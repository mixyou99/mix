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61558dd2bc4f07" /><Relationship Type="http://schemas.openxmlformats.org/officeDocument/2006/relationships/extended-properties" Target="/docProps/app.xml" Id="Ra01947a12c554ce3" /><Relationship Type="http://schemas.openxmlformats.org/officeDocument/2006/relationships/officeDocument" Target="/ppt/presentation.xml" Id="R96a51d1aa6aa41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6fcfbc7d814b44"/>
  </p:sldMasterIdLst>
  <p:notesMasterIdLst>
    <p:notesMasterId xmlns:r="http://schemas.openxmlformats.org/officeDocument/2006/relationships" r:id="R2aa4c556d8ae4aef"/>
  </p:notesMasterIdLst>
  <p:sldIdLst>
    <p:sldId xmlns:r="http://schemas.openxmlformats.org/officeDocument/2006/relationships" id="256" r:id="Rc845aee8c87645c8"/>
    <p:sldId xmlns:r="http://schemas.openxmlformats.org/officeDocument/2006/relationships" id="257" r:id="R06e71fb9ab614c2b"/>
    <p:sldId xmlns:r="http://schemas.openxmlformats.org/officeDocument/2006/relationships" id="258" r:id="R96bbe19472224c22"/>
    <p:sldId xmlns:r="http://schemas.openxmlformats.org/officeDocument/2006/relationships" id="259" r:id="Rde8131f5b0fc412d"/>
    <p:sldId xmlns:r="http://schemas.openxmlformats.org/officeDocument/2006/relationships" id="260" r:id="Ra668bf03ba1342e7"/>
    <p:sldId xmlns:r="http://schemas.openxmlformats.org/officeDocument/2006/relationships" id="261" r:id="R087f11226ead4b29"/>
    <p:sldId xmlns:r="http://schemas.openxmlformats.org/officeDocument/2006/relationships" id="262" r:id="R80d6264894c14b5c"/>
    <p:sldId xmlns:r="http://schemas.openxmlformats.org/officeDocument/2006/relationships" id="263" r:id="Rbd72c8c660ee4060"/>
    <p:sldId xmlns:r="http://schemas.openxmlformats.org/officeDocument/2006/relationships" id="264" r:id="R38390b38e4114866"/>
    <p:sldId xmlns:r="http://schemas.openxmlformats.org/officeDocument/2006/relationships" id="265" r:id="R146a82785f3d48b4"/>
    <p:sldId xmlns:r="http://schemas.openxmlformats.org/officeDocument/2006/relationships" id="266" r:id="R642c84a957694695"/>
    <p:sldId xmlns:r="http://schemas.openxmlformats.org/officeDocument/2006/relationships" id="267" r:id="Rc95963a0134b4f41"/>
    <p:sldId xmlns:r="http://schemas.openxmlformats.org/officeDocument/2006/relationships" id="268" r:id="R51f7bdb6eed74688"/>
    <p:sldId xmlns:r="http://schemas.openxmlformats.org/officeDocument/2006/relationships" id="269" r:id="Rd0bc80a8d2f84735"/>
    <p:sldId xmlns:r="http://schemas.openxmlformats.org/officeDocument/2006/relationships" id="270" r:id="R9ee8f45d94434d5b"/>
    <p:sldId xmlns:r="http://schemas.openxmlformats.org/officeDocument/2006/relationships" id="271" r:id="R25986f59f3e44afc"/>
    <p:sldId xmlns:r="http://schemas.openxmlformats.org/officeDocument/2006/relationships" id="272" r:id="R74e88458323847de"/>
    <p:sldId xmlns:r="http://schemas.openxmlformats.org/officeDocument/2006/relationships" id="273" r:id="Rcf29334494a243ee"/>
    <p:sldId xmlns:r="http://schemas.openxmlformats.org/officeDocument/2006/relationships" id="274" r:id="R62179c899dcd40b5"/>
    <p:sldId xmlns:r="http://schemas.openxmlformats.org/officeDocument/2006/relationships" id="275" r:id="R056f895a38124d57"/>
    <p:sldId xmlns:r="http://schemas.openxmlformats.org/officeDocument/2006/relationships" id="276" r:id="R4921f15bfe7944c2"/>
    <p:sldId xmlns:r="http://schemas.openxmlformats.org/officeDocument/2006/relationships" id="277" r:id="Rce6a7833242f4ece"/>
    <p:sldId xmlns:r="http://schemas.openxmlformats.org/officeDocument/2006/relationships" id="278" r:id="R54cdb760426d4e41"/>
    <p:sldId xmlns:r="http://schemas.openxmlformats.org/officeDocument/2006/relationships" id="279" r:id="R65e3d8f74c494aea"/>
    <p:sldId xmlns:r="http://schemas.openxmlformats.org/officeDocument/2006/relationships" id="280" r:id="Rc9f70ed2cd25433e"/>
    <p:sldId xmlns:r="http://schemas.openxmlformats.org/officeDocument/2006/relationships" id="281" r:id="Rfdecab77ed514aa2"/>
    <p:sldId xmlns:r="http://schemas.openxmlformats.org/officeDocument/2006/relationships" id="282" r:id="R180360e213a54188"/>
    <p:sldId xmlns:r="http://schemas.openxmlformats.org/officeDocument/2006/relationships" id="283" r:id="R63c2f2b1ce574db1"/>
    <p:sldId xmlns:r="http://schemas.openxmlformats.org/officeDocument/2006/relationships" id="284" r:id="Re65241c40caa4b7e"/>
    <p:sldId xmlns:r="http://schemas.openxmlformats.org/officeDocument/2006/relationships" id="285" r:id="R890f2a07d22943c9"/>
    <p:sldId xmlns:r="http://schemas.openxmlformats.org/officeDocument/2006/relationships" id="286" r:id="R80de8dc041de4339"/>
    <p:sldId xmlns:r="http://schemas.openxmlformats.org/officeDocument/2006/relationships" id="287" r:id="R709b40110687487b"/>
    <p:sldId xmlns:r="http://schemas.openxmlformats.org/officeDocument/2006/relationships" id="288" r:id="R87ebefc8d9ec4ac5"/>
    <p:sldId xmlns:r="http://schemas.openxmlformats.org/officeDocument/2006/relationships" id="289" r:id="R388208a97df443e1"/>
    <p:sldId xmlns:r="http://schemas.openxmlformats.org/officeDocument/2006/relationships" id="290" r:id="Rf0acf0b704384702"/>
    <p:sldId xmlns:r="http://schemas.openxmlformats.org/officeDocument/2006/relationships" id="291" r:id="R6def08ce3201486d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7fb6a54dfd49c1" /><Relationship Type="http://schemas.openxmlformats.org/officeDocument/2006/relationships/slideMaster" Target="/ppt/slideMasters/slideMaster1.xml" Id="Rd86fcfbc7d814b44" /><Relationship Type="http://schemas.openxmlformats.org/officeDocument/2006/relationships/notesMaster" Target="/ppt/notesMasters/notesMaster1.xml" Id="R2aa4c556d8ae4aef" /><Relationship Type="http://schemas.openxmlformats.org/officeDocument/2006/relationships/presProps" Target="/ppt/presProps.xml" Id="R3b3c5d8bfa2148f5" /><Relationship Type="http://schemas.openxmlformats.org/officeDocument/2006/relationships/viewProps" Target="/ppt/viewProps.xml" Id="Rcfe46ae4c2f44292" /><Relationship Type="http://schemas.openxmlformats.org/officeDocument/2006/relationships/tableStyles" Target="/ppt/tableStyles.xml" Id="R18ed02053365497e" /><Relationship Type="http://schemas.openxmlformats.org/officeDocument/2006/relationships/slide" Target="/ppt/slides/slide1.xml" Id="Rc845aee8c87645c8" /><Relationship Type="http://schemas.openxmlformats.org/officeDocument/2006/relationships/slide" Target="/ppt/slides/slide2.xml" Id="R06e71fb9ab614c2b" /><Relationship Type="http://schemas.openxmlformats.org/officeDocument/2006/relationships/slide" Target="/ppt/slides/slide3.xml" Id="R96bbe19472224c22" /><Relationship Type="http://schemas.openxmlformats.org/officeDocument/2006/relationships/slide" Target="/ppt/slides/slide4.xml" Id="Rde8131f5b0fc412d" /><Relationship Type="http://schemas.openxmlformats.org/officeDocument/2006/relationships/slide" Target="/ppt/slides/slide5.xml" Id="Ra668bf03ba1342e7" /><Relationship Type="http://schemas.openxmlformats.org/officeDocument/2006/relationships/slide" Target="/ppt/slides/slide6.xml" Id="R087f11226ead4b29" /><Relationship Type="http://schemas.openxmlformats.org/officeDocument/2006/relationships/slide" Target="/ppt/slides/slide7.xml" Id="R80d6264894c14b5c" /><Relationship Type="http://schemas.openxmlformats.org/officeDocument/2006/relationships/slide" Target="/ppt/slides/slide8.xml" Id="Rbd72c8c660ee4060" /><Relationship Type="http://schemas.openxmlformats.org/officeDocument/2006/relationships/slide" Target="/ppt/slides/slide9.xml" Id="R38390b38e4114866" /><Relationship Type="http://schemas.openxmlformats.org/officeDocument/2006/relationships/slide" Target="/ppt/slides/slide10.xml" Id="R146a82785f3d48b4" /><Relationship Type="http://schemas.openxmlformats.org/officeDocument/2006/relationships/slide" Target="/ppt/slides/slide11.xml" Id="R642c84a957694695" /><Relationship Type="http://schemas.openxmlformats.org/officeDocument/2006/relationships/slide" Target="/ppt/slides/slide12.xml" Id="Rc95963a0134b4f41" /><Relationship Type="http://schemas.openxmlformats.org/officeDocument/2006/relationships/slide" Target="/ppt/slides/slide13.xml" Id="R51f7bdb6eed74688" /><Relationship Type="http://schemas.openxmlformats.org/officeDocument/2006/relationships/slide" Target="/ppt/slides/slide14.xml" Id="Rd0bc80a8d2f84735" /><Relationship Type="http://schemas.openxmlformats.org/officeDocument/2006/relationships/slide" Target="/ppt/slides/slide15.xml" Id="R9ee8f45d94434d5b" /><Relationship Type="http://schemas.openxmlformats.org/officeDocument/2006/relationships/slide" Target="/ppt/slides/slide16.xml" Id="R25986f59f3e44afc" /><Relationship Type="http://schemas.openxmlformats.org/officeDocument/2006/relationships/slide" Target="/ppt/slides/slide17.xml" Id="R74e88458323847de" /><Relationship Type="http://schemas.openxmlformats.org/officeDocument/2006/relationships/slide" Target="/ppt/slides/slide18.xml" Id="Rcf29334494a243ee" /><Relationship Type="http://schemas.openxmlformats.org/officeDocument/2006/relationships/slide" Target="/ppt/slides/slide19.xml" Id="R62179c899dcd40b5" /><Relationship Type="http://schemas.openxmlformats.org/officeDocument/2006/relationships/slide" Target="/ppt/slides/slide20.xml" Id="R056f895a38124d57" /><Relationship Type="http://schemas.openxmlformats.org/officeDocument/2006/relationships/slide" Target="/ppt/slides/slide21.xml" Id="R4921f15bfe7944c2" /><Relationship Type="http://schemas.openxmlformats.org/officeDocument/2006/relationships/slide" Target="/ppt/slides/slide22.xml" Id="Rce6a7833242f4ece" /><Relationship Type="http://schemas.openxmlformats.org/officeDocument/2006/relationships/slide" Target="/ppt/slides/slide23.xml" Id="R54cdb760426d4e41" /><Relationship Type="http://schemas.openxmlformats.org/officeDocument/2006/relationships/slide" Target="/ppt/slides/slide24.xml" Id="R65e3d8f74c494aea" /><Relationship Type="http://schemas.openxmlformats.org/officeDocument/2006/relationships/slide" Target="/ppt/slides/slide25.xml" Id="Rc9f70ed2cd25433e" /><Relationship Type="http://schemas.openxmlformats.org/officeDocument/2006/relationships/slide" Target="/ppt/slides/slide26.xml" Id="Rfdecab77ed514aa2" /><Relationship Type="http://schemas.openxmlformats.org/officeDocument/2006/relationships/slide" Target="/ppt/slides/slide27.xml" Id="R180360e213a54188" /><Relationship Type="http://schemas.openxmlformats.org/officeDocument/2006/relationships/slide" Target="/ppt/slides/slide28.xml" Id="R63c2f2b1ce574db1" /><Relationship Type="http://schemas.openxmlformats.org/officeDocument/2006/relationships/slide" Target="/ppt/slides/slide29.xml" Id="Re65241c40caa4b7e" /><Relationship Type="http://schemas.openxmlformats.org/officeDocument/2006/relationships/slide" Target="/ppt/slides/slide30.xml" Id="R890f2a07d22943c9" /><Relationship Type="http://schemas.openxmlformats.org/officeDocument/2006/relationships/slide" Target="/ppt/slides/slide31.xml" Id="R80de8dc041de4339" /><Relationship Type="http://schemas.openxmlformats.org/officeDocument/2006/relationships/slide" Target="/ppt/slides/slide32.xml" Id="R709b40110687487b" /><Relationship Type="http://schemas.openxmlformats.org/officeDocument/2006/relationships/slide" Target="/ppt/slides/slide33.xml" Id="R87ebefc8d9ec4ac5" /><Relationship Type="http://schemas.openxmlformats.org/officeDocument/2006/relationships/slide" Target="/ppt/slides/slide34.xml" Id="R388208a97df443e1" /><Relationship Type="http://schemas.openxmlformats.org/officeDocument/2006/relationships/slide" Target="/ppt/slides/slide35.xml" Id="Rf0acf0b704384702" /><Relationship Type="http://schemas.openxmlformats.org/officeDocument/2006/relationships/slide" Target="/ppt/slides/slide36.xml" Id="R6def08ce320148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39bef837bb4b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laza">
  <a:themeElements>
    <a:clrScheme name="Plaza">
      <a:dk1>
        <a:sysClr val="windowText" lastClr="000000"/>
      </a:dk1>
      <a:lt1>
        <a:sysClr val="window" lastClr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Plaza">
      <a:majorFont>
        <a:latin typeface="Century Gothic"/>
        <a:ea typeface=""/>
        <a:cs typeface=""/>
        <a:font script="Jpan" typeface="メイリオ"/>
      </a:majorFont>
      <a:minorFont>
        <a:latin typeface="Century Gothic"/>
        <a:ea typeface=""/>
        <a:cs typeface=""/>
        <a:font script="Jpan" typeface="メイリオ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</a:schemeClr>
            </a:gs>
            <a:gs pos="100000">
              <a:schemeClr val="phClr">
                <a:tint val="100000"/>
                <a:shade val="100000"/>
                <a:satMod val="250000"/>
              </a:schemeClr>
            </a:gs>
          </a:gsLst>
          <a:lin ang="16200000" scaled="1"/>
        </a:gradFill>
      </a:fillStyleLst>
      <a:lnStyleLst>
        <a:ln w="12700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17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8b02fd96674887" /><Relationship Type="http://schemas.openxmlformats.org/officeDocument/2006/relationships/notesMaster" Target="/ppt/notesMasters/notesMaster1.xml" Id="R7ad98013174841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6a7eb124ea4ed3" /><Relationship Type="http://schemas.openxmlformats.org/officeDocument/2006/relationships/notesMaster" Target="/ppt/notesMasters/notesMaster1.xml" Id="R014c3b737d7147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b1f51b1208423c" /><Relationship Type="http://schemas.openxmlformats.org/officeDocument/2006/relationships/notesMaster" Target="/ppt/notesMasters/notesMaster1.xml" Id="R6f946042ffa64d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d211140d3144c3" /><Relationship Type="http://schemas.openxmlformats.org/officeDocument/2006/relationships/notesMaster" Target="/ppt/notesMasters/notesMaster1.xml" Id="R2b797065065943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a87cbfdfd54581" /><Relationship Type="http://schemas.openxmlformats.org/officeDocument/2006/relationships/notesMaster" Target="/ppt/notesMasters/notesMaster1.xml" Id="Rec72ba34e3c748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bb3814fa6b4aea" /><Relationship Type="http://schemas.openxmlformats.org/officeDocument/2006/relationships/notesMaster" Target="/ppt/notesMasters/notesMaster1.xml" Id="R66b9b638d6e645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14d3f90dc74502" /><Relationship Type="http://schemas.openxmlformats.org/officeDocument/2006/relationships/notesMaster" Target="/ppt/notesMasters/notesMaster1.xml" Id="Rab16fbd6c55546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c7cf4202794469" /><Relationship Type="http://schemas.openxmlformats.org/officeDocument/2006/relationships/notesMaster" Target="/ppt/notesMasters/notesMaster1.xml" Id="R9be33db035ae4f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5dd973b09d46a5" /><Relationship Type="http://schemas.openxmlformats.org/officeDocument/2006/relationships/notesMaster" Target="/ppt/notesMasters/notesMaster1.xml" Id="R82e166521b944a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df527411f646f1" /><Relationship Type="http://schemas.openxmlformats.org/officeDocument/2006/relationships/notesMaster" Target="/ppt/notesMasters/notesMaster1.xml" Id="Re1498f6f19074c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2962e9c894406b" /><Relationship Type="http://schemas.openxmlformats.org/officeDocument/2006/relationships/notesMaster" Target="/ppt/notesMasters/notesMaster1.xml" Id="R3b6b348908c142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7b580515248b2" /><Relationship Type="http://schemas.openxmlformats.org/officeDocument/2006/relationships/notesMaster" Target="/ppt/notesMasters/notesMaster1.xml" Id="Rf1ac79e05dcd44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f6a0f9180049e2" /><Relationship Type="http://schemas.openxmlformats.org/officeDocument/2006/relationships/notesMaster" Target="/ppt/notesMasters/notesMaster1.xml" Id="Rcb1d8a4df5a240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09a67eafde44ae" /><Relationship Type="http://schemas.openxmlformats.org/officeDocument/2006/relationships/notesMaster" Target="/ppt/notesMasters/notesMaster1.xml" Id="R961c0b7b9d6848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accd8bfa9649dd" /><Relationship Type="http://schemas.openxmlformats.org/officeDocument/2006/relationships/notesMaster" Target="/ppt/notesMasters/notesMaster1.xml" Id="R4c921dc29b9746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a8a20df1df470e" /><Relationship Type="http://schemas.openxmlformats.org/officeDocument/2006/relationships/notesMaster" Target="/ppt/notesMasters/notesMaster1.xml" Id="Rdd49c27d4cb3478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a9ab6de6b346a9" /><Relationship Type="http://schemas.openxmlformats.org/officeDocument/2006/relationships/notesMaster" Target="/ppt/notesMasters/notesMaster1.xml" Id="R3c9f4ddf130c47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a0c7fe661694ba0" /><Relationship Type="http://schemas.openxmlformats.org/officeDocument/2006/relationships/notesMaster" Target="/ppt/notesMasters/notesMaster1.xml" Id="R11ceabdeb0d944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6de01ee22184c87" /><Relationship Type="http://schemas.openxmlformats.org/officeDocument/2006/relationships/notesMaster" Target="/ppt/notesMasters/notesMaster1.xml" Id="R32c571b48b33437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1b6a436a6142d6" /><Relationship Type="http://schemas.openxmlformats.org/officeDocument/2006/relationships/notesMaster" Target="/ppt/notesMasters/notesMaster1.xml" Id="Re4fb5ed68e9343d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74e2a88e58a4c8b" /><Relationship Type="http://schemas.openxmlformats.org/officeDocument/2006/relationships/notesMaster" Target="/ppt/notesMasters/notesMaster1.xml" Id="R8a209341c487496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2140d19fa0647a6" /><Relationship Type="http://schemas.openxmlformats.org/officeDocument/2006/relationships/notesMaster" Target="/ppt/notesMasters/notesMaster1.xml" Id="Rcd8c5774371a42a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92698083b348c8" /><Relationship Type="http://schemas.openxmlformats.org/officeDocument/2006/relationships/notesMaster" Target="/ppt/notesMasters/notesMaster1.xml" Id="Rd65bed4ca7c0429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b005e2f435a4fc8" /><Relationship Type="http://schemas.openxmlformats.org/officeDocument/2006/relationships/notesMaster" Target="/ppt/notesMasters/notesMaster1.xml" Id="R3efeab1397a144c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56c829930ff469b" /><Relationship Type="http://schemas.openxmlformats.org/officeDocument/2006/relationships/notesMaster" Target="/ppt/notesMasters/notesMaster1.xml" Id="R58c07b560a8a413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1754b8ade91454c" /><Relationship Type="http://schemas.openxmlformats.org/officeDocument/2006/relationships/notesMaster" Target="/ppt/notesMasters/notesMaster1.xml" Id="R5f7e571f003141d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3b4655f0d9c4fd0" /><Relationship Type="http://schemas.openxmlformats.org/officeDocument/2006/relationships/notesMaster" Target="/ppt/notesMasters/notesMaster1.xml" Id="R750053f004e24cc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79d42bfb80f4689" /><Relationship Type="http://schemas.openxmlformats.org/officeDocument/2006/relationships/notesMaster" Target="/ppt/notesMasters/notesMaster1.xml" Id="Rc91d822036ee453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0676fb078574d06" /><Relationship Type="http://schemas.openxmlformats.org/officeDocument/2006/relationships/notesMaster" Target="/ppt/notesMasters/notesMaster1.xml" Id="Rdfbfda91ece54a3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aa3fd21998b462f" /><Relationship Type="http://schemas.openxmlformats.org/officeDocument/2006/relationships/notesMaster" Target="/ppt/notesMasters/notesMaster1.xml" Id="R0fb7248e3913445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e223107e1494f35" /><Relationship Type="http://schemas.openxmlformats.org/officeDocument/2006/relationships/notesMaster" Target="/ppt/notesMasters/notesMaster1.xml" Id="Rf4c41385acb5463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3c240f69a2144cb" /><Relationship Type="http://schemas.openxmlformats.org/officeDocument/2006/relationships/notesMaster" Target="/ppt/notesMasters/notesMaster1.xml" Id="R02189be66cd1404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bb20f82e76241d6" /><Relationship Type="http://schemas.openxmlformats.org/officeDocument/2006/relationships/notesMaster" Target="/ppt/notesMasters/notesMaster1.xml" Id="R1398ca13f61745e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13b841e117e4e8d" /><Relationship Type="http://schemas.openxmlformats.org/officeDocument/2006/relationships/notesMaster" Target="/ppt/notesMasters/notesMaster1.xml" Id="R954ad4604b9e442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14246b959dc496f" /><Relationship Type="http://schemas.openxmlformats.org/officeDocument/2006/relationships/notesMaster" Target="/ppt/notesMasters/notesMaster1.xml" Id="R2d5ef2416954430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81dd9b3c59d460c" /><Relationship Type="http://schemas.openxmlformats.org/officeDocument/2006/relationships/notesMaster" Target="/ppt/notesMasters/notesMaster1.xml" Id="R920df617961b4b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1 | mapping: N1 | sourceRefs: DESIGN,S_B1 | reveal: normal</a:t>
            </a:r>
            <a:endParaRPr baseline="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2 | mapping: N2 | sourceRefs: I_B1,I_B2,I_SCRIPT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3 | mapping: N3 | sourceRefs: S_B1,I_B1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4 | mapping: N4 | sourceRefs: S_B1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5 | mapping: N5 | sourceRefs: S_B1,I_B1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6 | mapping: N6 | sourceRefs: S_B1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7 | mapping: N7 | sourceRefs: S_B1,I_B1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8 | mapping: N8 | sourceRefs: I_DISC,I_SCRIPT | reveal: D1 prompt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9 | mapping: N9 | sourceRefs: S_B1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10 | mapping: N10 | sourceRefs: S_B1,I_B1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11 | mapping: N11 | sourceRefs: S_B1,I_DISC,I_SCRIPT | reveal: D2 prompt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12 | mapping: N12 | sourceRefs: S_B1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13 | mapping: N13 | sourceRefs: S_B1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14 | mapping: N14 | sourceRefs: S_B1,I_B1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15 | mapping: N15 | sourceRefs: S_B1,I_SCRIPT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16 | mapping: N16 | sourceRefs: S_B1,I_B1,I_SCRIPT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17 | mapping: N17 | sourceRefs: S_B1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18 | mapping: N18 | sourceRefs: S_B1,I_DISC,I_SCRIPT | reveal: D3 prompt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19 | mapping: N19 | sourceRefs: S_B1,I_B1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20 | mapping: N20 | sourceRefs: S_B1,I_B1,I_DISC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21 | mapping: N21 | sourceRefs: S_B1,I_B1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22 | mapping: N22 | sourceRefs: S_B1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23 | mapping: N23 | sourceRefs: S_B1,I_B1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24 | mapping: N24 | sourceRefs: S_CASE,S_B2,I_B2 | reveal: case distributed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25 | mapping: N25 | sourceRefs: S_CASE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26 | mapping: N26 | sourceRefs: S_CASE,I_CASE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27 | mapping: N27 | sourceRefs: S_CASE,I_CASE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28 | mapping: N28 | sourceRefs: S_B2,I_B2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29 | mapping: N29 | sourceRefs: S_B2,I_DISC,I_SCRIPT | reveal: D4 prompt before debrief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30 | mapping: N30 | sourceRefs: S_CASE,I_CASE,I_B2 | reveal: after N29 discussion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31 | mapping: N31 | sourceRefs: S_CASE,S_B2,I_DISC | reveal: Q3 question only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32 | mapping: N32 | sourceRefs: S_B2,I_DISC,I_SCRIPT | reveal: D5 prompt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33 | mapping: N33 | sourceRefs: S_B2,I_B2,I_DISC | reveal: questions only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34 | mapping: N34 | sourceRefs: S_B2,I_B2,S_CASE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35 | mapping: N35 | sourceRefs: S_B2,I_B2,I_SCRIPT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Wk6 | slide: 36 | mapping: N36 | sourceRefs: S_B2,I_B2,I_SCRIPT | reveal: 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146b9449c4c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08530100c48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2e8b0bcae46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08e8ae71e47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3c6d01be943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07b28330948a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d8e2579ff4d2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4b69b7ab74b1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fde6fc11c5422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141f42be84aa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a192a04e4424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0c7642a354eb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63e7b93c1412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14ed47dc249d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5e4052b50e48f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ded2b4d254b8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af75934fc436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9a034cf3d4c5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677fcbc9c42e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F4BFA8A-F5A9-4EC4-99D2-A4549452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953" y="268288"/>
            <a:ext cx="5669280" cy="390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590160F-3259-4174-AED4-DC7BDC7B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40" y="268288"/>
            <a:ext cx="182880" cy="388685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5D65E6-9397-45E0-8EE4-F79722C9263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00400" y="4208929"/>
            <a:ext cx="5458968" cy="1048684"/>
          </a:xfr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31DC8DB-C0AE-48C9-8CE8-CCB45D3721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200400" y="5257800"/>
            <a:ext cx="5458968" cy="621792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0" indent="0" algn="l" defTabSz="914400">
              <a:spcBef>
                <a:spcPts val="0"/>
              </a:spcBef>
              <a:buClr>
                <a:schemeClr val="accent1"/>
              </a:buClr>
              <a:buSzPct val="100000"/>
              <a:buFont typeface="Wingdings 2"/>
              <a:buNone/>
              <a:defRPr sz="1600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2E9BCD-D458-4123-B798-957F117A57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276600" y="390525"/>
            <a:ext cx="5504688" cy="365125"/>
          </a:xfr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2200" b="0" kern="1200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C80671D0-7456-7A43-9F82-B081A391343B}" type="datetime1">
              <a:t>3/10/2025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2FB6F23-4ADF-444D-BDF9-B24F31A644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18688" y="6356350"/>
            <a:ext cx="4736592" cy="365125"/>
          </a:xfr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l" defTabSz="914400">
              <a:buNone/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2D5DAF-1CC2-4D79-B9EC-AB858B7E8C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56494" y="6356350"/>
            <a:ext cx="685800" cy="365125"/>
          </a:xfr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B2A83D0-27C5-49AC-8D7E-BAF7E703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106" y="268288"/>
            <a:ext cx="1645920" cy="164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2637CD-D48C-415F-BE58-3217E5730B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ACC9C2-CCE5-4776-A0F3-39F20A4202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C42945-5BC2-441A-BF52-EF6ED2D53B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212106" y="6356350"/>
            <a:ext cx="17526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A0EE82-32D9-334C-9FC7-751BCC145C81}" type="datetime1">
              <a:t>3/10/2025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2FEF673-B775-41A3-87B7-D855835E1E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686BB7-59DF-4DB3-829F-12FDEF4A4C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2C6E239-D083-45BB-9378-3C5097AD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953" y="268288"/>
            <a:ext cx="5669280" cy="2560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62AF73-C5DB-40A3-BC86-9B1D92165B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00399" y="4171950"/>
            <a:ext cx="5457919" cy="10858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46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E0E2F93-EE1A-433F-AE25-5943328189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200401" y="5257799"/>
            <a:ext cx="5457918" cy="61856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D0325A-B5F9-49E0-B00B-86D0510583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276600" y="389965"/>
            <a:ext cx="5499847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200" b="0" baseline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169CAB63-A8A9-0A48-BAA9-CFE464A5C0BD}" type="datetime1">
              <a:t>3/10/2025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F5FC6D7-C46C-4C69-8E86-B78AAAAE20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13847" y="6356350"/>
            <a:ext cx="4734112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D110D6-99B5-4F80-B641-329E2CF779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65459" y="6356350"/>
            <a:ext cx="685800" cy="365125"/>
          </a:xfr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649CD5C1-600E-4ACD-9D7A-9E0CD702BB4C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3200400" y="2877671"/>
            <a:ext cx="5646867" cy="12801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99E314F-8B7B-4AC2-8AE9-48D6D1A7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40" y="268288"/>
            <a:ext cx="182880" cy="388685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E83BE98-8120-4A90-8AC0-F63B4C7C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" y="268288"/>
            <a:ext cx="1645920" cy="164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259C19-1B3E-40CB-8BA5-BE5E9B0958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78423" y="914400"/>
            <a:ext cx="6508377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CEEDDF6-3580-42E8-82B1-367E7C14AF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178423" y="2209800"/>
            <a:ext cx="6508377" cy="39163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6BDEFCB-119E-440F-AB63-DBC4C2BFDF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212106" y="6356350"/>
            <a:ext cx="17526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B896D1-D4B3-F444-958E-CEC5E7A91817}" type="datetime1">
              <a:t>3/10/2025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FFBF14-8080-4008-8CDC-27306F315B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178423" y="6356350"/>
            <a:ext cx="4926852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F7E173-5596-46D7-B7BC-C7F644157E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31694" y="361016"/>
            <a:ext cx="506506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FF297308-046A-4555-A107-593170EBF9B4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269875" y="1976718"/>
            <a:ext cx="1645920" cy="46257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0D4E7C3-CE31-40E0-8363-09B54BF4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952" y="268288"/>
            <a:ext cx="1099073" cy="635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52BE5C-A98F-4748-A2A9-13B81817B2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09801" y="3429000"/>
            <a:ext cx="4966446" cy="1398494"/>
          </a:xfrm>
        </p:spPr>
        <p:txBody>
          <a:bodyPr xmlns:a="http://schemas.openxmlformats.org/drawingml/2006/main" anchor="b"/>
          <a:lstStyle xmlns:a="http://schemas.openxmlformats.org/drawingml/2006/main">
            <a:lvl1pPr algn="r">
              <a:buNone/>
              <a:defRPr sz="4600" b="0" cap="none" baseline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0408CC-F68D-4CBF-8CC8-4A9D799F84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09801" y="4824414"/>
            <a:ext cx="4966446" cy="13208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r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9CD04F-02D7-4DB3-BC09-776C644D90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562600" y="6356350"/>
            <a:ext cx="1622612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4F37DA0-E97C-F345-8438-A6D4ED58516D}" type="datetime1">
              <a:t>3/10/2025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4B5954-0A21-4965-98CD-44645ECDAA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74812" y="6356350"/>
            <a:ext cx="5311588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A983A2-0198-4754-9789-8C4FF3C1E3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EFECE51-14BB-4ED6-964F-E57F9F62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" y="4773706"/>
            <a:ext cx="2971800" cy="18445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E1CCBE-042C-4721-9FA6-14E5EB6D4B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0354" y="3429001"/>
            <a:ext cx="4966446" cy="1398494"/>
          </a:xfrm>
        </p:spPr>
        <p:txBody>
          <a:bodyPr xmlns:a="http://schemas.openxmlformats.org/drawingml/2006/main" anchor="b"/>
          <a:lstStyle xmlns:a="http://schemas.openxmlformats.org/drawingml/2006/main">
            <a:lvl1pPr algn="r">
              <a:buNone/>
              <a:defRPr sz="4600" b="0" cap="none" baseline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032699-31D1-400F-B7AC-8B00E98BC6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720354" y="4824414"/>
            <a:ext cx="4966446" cy="13208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r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3E6FB3-35A5-4C91-B1E9-3061748DBD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1212" y="6104965"/>
            <a:ext cx="506506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E0ADA21A-A9C5-48E3-8DE5-CFAFC513A6D8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269874" y="268288"/>
            <a:ext cx="2971800" cy="443865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6BD49B-1DF4-43FE-B029-281C67B2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6461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015F39-6792-4D43-A6BA-7296EDAAE3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199" y="914400"/>
            <a:ext cx="7391401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02095A0-7FA1-4A86-8275-A70BD21F09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2214563"/>
            <a:ext cx="3566160" cy="39116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022079E-9622-4E97-B3D2-A3FEED7CE65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282440" y="2214563"/>
            <a:ext cx="3566160" cy="39116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EAD26F4-7EF8-4F14-ACF6-08F1F6A3ED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DBCA91-611A-DE40-B2BA-FD246531770E}" type="datetime1">
              <a:t>3/10/2025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3C51056-AFC6-4EA8-9241-F4F574FB08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FEDA66-8257-4FFC-8133-65494609F1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452C3E0-71A0-4B0C-9EC6-EED9C3D1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164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CC9668-D1C7-4593-BCCC-6E3AD6D0CF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199" y="914400"/>
            <a:ext cx="7388352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3CCDA2D-9CCE-4502-95FE-2E61D6DBE2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054132"/>
            <a:ext cx="3566160" cy="6397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FFF7BF0-6DDC-4B87-9376-42607D70039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689411"/>
            <a:ext cx="3566160" cy="343675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39BB4DC-7720-4096-9A64-BCA5F4299C9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279391" y="2054132"/>
            <a:ext cx="3566160" cy="6397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FF68541-C731-4187-84E1-348D65A29B7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279391" y="2689411"/>
            <a:ext cx="3566160" cy="343675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2C413A5-A6FD-4910-B7EE-6B75664B63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27978A-F0CE-544C-AAC5-B45E095BDB5C}" type="datetime1">
              <a:t>3/10/2025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77C850E-817F-4371-9737-AD1EA37CD2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5F7BA22-2C64-4F5C-B58A-477534DED7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5532CB3-8802-4F3C-8646-F26127CA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164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126B60-F921-4F2E-AEF6-9E3CA524A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199" y="914400"/>
            <a:ext cx="7391401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70C3047-F50E-4009-A85C-34319506E3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199" y="2214562"/>
            <a:ext cx="7396163" cy="19202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F1BCBDC-7CB8-44C3-8BFC-E67E1FF2EE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EAF5316-F9C8-D54D-B761-A9A1D9218FDC}" type="datetime1">
              <a:t>3/10/2025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A938C62-DC2E-49D5-B80E-1B33B62B42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9A2332-5D80-4645-A60C-7720F3C158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C4909F-6374-420B-B040-4C7F8098773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457199" y="4224973"/>
            <a:ext cx="7396163" cy="19202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3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D969DB7-4E6A-4991-8E7D-1534A525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164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16F45D-6CB5-4BC5-9EA0-02312161D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199" y="914400"/>
            <a:ext cx="7391401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C8921FE-D2B3-46D0-AA27-E80C8C10C1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282440" y="2214562"/>
            <a:ext cx="3566160" cy="19202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773FEB4-4AA9-45AD-AA7F-1D547634F2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BE410F5-9F6B-C643-8050-531EACBC8DA7}" type="datetime1">
              <a:t>3/10/2025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FFD503C-E3ED-46FE-8481-5449B85BF6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60E4198-19A1-4692-A897-AE2F3A4EA0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06EF5E-B7A0-4A84-8866-8B274F7256F3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4282440" y="4224973"/>
            <a:ext cx="3566160" cy="19202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7E94C10-8CE4-4EA7-AFC0-346667217BB9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457200" y="2214563"/>
            <a:ext cx="3566160" cy="39116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4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2EB6435-12E7-4121-91E8-7F24DB51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164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00091B-713C-4D40-B6FA-9E14545B57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199" y="914400"/>
            <a:ext cx="7391401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89C402D-6BFF-4024-916E-3E5B34BC38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282440" y="2214562"/>
            <a:ext cx="3566160" cy="19202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A5C7B33-FA38-4439-ADBC-60FEED214F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6A07629-081C-3F4D-8B19-A762D45EB887}" type="datetime1">
              <a:t>3/10/2025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8EC3E95-934C-48C4-88BC-1B6EC8CA6D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BCFCDC8-3294-40FC-89C5-76D507650C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94F4273-2DB9-423A-A562-706F0280CC4B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4282440" y="4224973"/>
            <a:ext cx="3566160" cy="19202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CBFF3A-43D0-41F9-9E75-A46586E5FDE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457200" y="2214562"/>
            <a:ext cx="3566160" cy="19202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48FFB8-1425-46A9-A11F-76BD5763E723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457200" y="4224973"/>
            <a:ext cx="3566160" cy="19202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8669B87-AD75-4624-BD06-3BA76FA9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164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B39E34-A780-4E68-8ACE-482E0AC786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6A2EE7B-638A-499F-A4B6-7348755480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3C38FB-5376-7847-947B-B0DF37F4E869}" type="datetime1">
              <a:t>3/10/2025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E1A6795-3DCD-4EDD-AA1E-FDDFC04DC3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C519C93-9995-4BD4-BD07-8055CBA5D5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A4998B8-21D5-46D1-A089-274BAA1B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5669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5D1F564-7D76-4F5A-BDDD-0B478D5646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72C199-AD90-5843-A6F5-7BD51DA8ED68}" type="datetime1">
              <a:t>3/10/2025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2E5D1EE-4B9D-4AC6-807D-20FFFCC449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E291864-F2D7-4B4D-9F8C-7B3F3B5B0C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2C81917-C0CE-4F25-AE96-078CF81F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5669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E4F1E5-5E76-4246-9B51-9C4E9D9420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199" y="995082"/>
            <a:ext cx="3566160" cy="103542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8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0F7ED63-A2A5-449F-9A1B-2D9BCDED60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2052" y="990600"/>
            <a:ext cx="3566160" cy="513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EC3A768-A2DE-4A4A-94F5-17002C0CD2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199" y="2057400"/>
            <a:ext cx="3566160" cy="365760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6CB0561-7D37-4365-9F55-AB0B8B3E22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909AB11-D970-6A4F-9568-BE0F7E998EAF}" type="datetime1">
              <a:t>3/10/2025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776DCB-7165-4591-8B11-89346E7ECF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79AE70-79C7-4FDF-9B0C-2FD24121BB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DE096DC-9607-40F6-97EB-7CE7AD21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811" y="268288"/>
            <a:ext cx="4114800" cy="5669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CAAA0F-32EF-4FE6-92F7-77C88E0A44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199" y="995082"/>
            <a:ext cx="3566160" cy="103542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8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13C017F-D8DC-43F3-8032-8DB1729B46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199" y="2057400"/>
            <a:ext cx="3566160" cy="365760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B057E01-FCBD-47CD-BD4E-9CA22F763A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61365" y="6124014"/>
            <a:ext cx="175260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/>
            </a:lvl1pPr>
          </a:lstStyle>
          <a:p xmlns:a="http://schemas.openxmlformats.org/drawingml/2006/main">
            <a:fld id="{9CE56A97-F57C-EB4F-B66D-EBA07FB5A870}" type="datetime1">
              <a:t>3/10/2025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3F2EAB8-9BC8-47F1-B6C4-85FA0538A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74812" y="6356350"/>
            <a:ext cx="3863788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CEB26E-CB23-4A58-A3A6-CBD5AD97CF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4764C09E-12C2-46FC-BD72-8FB3B60B9EA0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4760258" y="990600"/>
            <a:ext cx="4096512" cy="56118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8092B10-3B83-4BF2-91CA-8D158CE8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775" y="268288"/>
            <a:ext cx="1639457" cy="36393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5004A9-44B8-47A0-A76B-D652212F31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8788" y="4267200"/>
            <a:ext cx="64770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8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7D0DAD1-731F-45E3-99F7-664329C9662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69874" y="268288"/>
            <a:ext cx="6858000" cy="363931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CB57AF6-96AB-4473-87EA-9AC6B1AFC0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8788" y="4840941"/>
            <a:ext cx="6475412" cy="130427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4948E12-1005-4859-BEBA-837E6FB7BB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95ACBDA-91C1-514A-85E0-1F21AE545100}" type="datetime1">
              <a:t>3/10/2025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A65A47F-79C4-45C6-BE0C-FC0CD17C4F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49F08F3-29E2-4828-B7ED-F1D15E6544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0123482-86B8-4658-929C-E11A3FC2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471" y="268288"/>
            <a:ext cx="720761" cy="36393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70504E-80A7-47F4-B295-5A9BE044C1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8788" y="4267200"/>
            <a:ext cx="64770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8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71B6682-C008-49A1-B14E-0122B4B10E4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69874" y="268288"/>
            <a:ext cx="3006726" cy="363931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CB1D507-9E1A-4A67-85F0-4121EFE088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8788" y="4840941"/>
            <a:ext cx="6475412" cy="130427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E1546D2-69B7-43F0-8FA1-9D33853FD6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DCBD03-3874-624E-8C12-156470122D46}" type="datetime1">
              <a:t>3/10/2025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4F43505-DCD7-4950-922E-21B6932B55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C035740-C563-46BF-B956-4A4E71791B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  <p:sp>
        <p:nvSpPr>
          <p:cNvPr id="10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333CB17-A653-4F2E-B335-8319161D3022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3352800" y="268288"/>
            <a:ext cx="4701988" cy="177566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1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A8EFF0A-1C88-4E59-8F25-767FF13430DC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3352800" y="2131935"/>
            <a:ext cx="2304288" cy="177566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2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5A91CCA-BDB3-46F5-A1D5-4D04A97EFD73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5750500" y="2131935"/>
            <a:ext cx="2304288" cy="177566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AA8A75A-6546-4242-9C85-D12C7944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106" y="268288"/>
            <a:ext cx="1645920" cy="164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0F9121-5278-468E-927A-4A77E242AC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65BB4D3-5B40-4D19-837F-7896157917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4F5E8A-2BF4-41A3-B33D-364F47E401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8CD043-48DB-C841-8358-A8BECD71437A}" type="datetime1">
              <a:t>3/10/2025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5130E7-04EE-4305-AD4F-7B8EC44B77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BEF01D-DE05-45E5-880A-34B53D10A0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7FD8301-B71C-4F4F-90C6-2EB20B95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5669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80AE8E5-42FE-4DF2-AA4B-03C11CCD14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43799" y="1035424"/>
            <a:ext cx="1322295" cy="5090739"/>
          </a:xfrm>
        </p:spPr>
        <p:txBody>
          <a:bodyPr xmlns:a="http://schemas.openxmlformats.org/drawingml/2006/main" vert="eaVert" anchor="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F06075-C988-4C5D-99B4-76E17C2CD9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035424"/>
            <a:ext cx="6019800" cy="510978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A21AAFB-CBC4-4CCF-9502-98EF06F1A6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B373712-D0D5-DB49-9327-516989030F9D}" type="datetime1">
              <a:t>3/10/2025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B007DE7-6655-45D7-BBAA-8DDDE5B309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A0CBBF-F269-417D-B8B8-2D36C9EB9F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be08f640b245e5" /><Relationship Type="http://schemas.openxmlformats.org/officeDocument/2006/relationships/slideLayout" Target="/ppt/slideLayouts/slideLayout1.xml" Id="Rbb1099197262471d" /><Relationship Type="http://schemas.openxmlformats.org/officeDocument/2006/relationships/slideLayout" Target="/ppt/slideLayouts/slideLayout2.xml" Id="Rfab1c68e7cfe42e5" /><Relationship Type="http://schemas.openxmlformats.org/officeDocument/2006/relationships/slideLayout" Target="/ppt/slideLayouts/slideLayout3.xml" Id="R30bedf342acd4640" /><Relationship Type="http://schemas.openxmlformats.org/officeDocument/2006/relationships/slideLayout" Target="/ppt/slideLayouts/slideLayout4.xml" Id="R0416eedf936e4e66" /><Relationship Type="http://schemas.openxmlformats.org/officeDocument/2006/relationships/slideLayout" Target="/ppt/slideLayouts/slideLayout5.xml" Id="Rdbb6069e84514328" /><Relationship Type="http://schemas.openxmlformats.org/officeDocument/2006/relationships/slideLayout" Target="/ppt/slideLayouts/slideLayout6.xml" Id="R13411dc9ee0d47df" /><Relationship Type="http://schemas.openxmlformats.org/officeDocument/2006/relationships/slideLayout" Target="/ppt/slideLayouts/slideLayout7.xml" Id="R5621b7339e504756" /><Relationship Type="http://schemas.openxmlformats.org/officeDocument/2006/relationships/slideLayout" Target="/ppt/slideLayouts/slideLayout8.xml" Id="Rd7e8a9be30234ed5" /><Relationship Type="http://schemas.openxmlformats.org/officeDocument/2006/relationships/slideLayout" Target="/ppt/slideLayouts/slideLayout9.xml" Id="Rd06095e69ab549a1" /><Relationship Type="http://schemas.openxmlformats.org/officeDocument/2006/relationships/slideLayout" Target="/ppt/slideLayouts/slideLayout10.xml" Id="R9f48d70a6de94b45" /><Relationship Type="http://schemas.openxmlformats.org/officeDocument/2006/relationships/slideLayout" Target="/ppt/slideLayouts/slideLayout11.xml" Id="Ra9d9f9a461af4fa2" /><Relationship Type="http://schemas.openxmlformats.org/officeDocument/2006/relationships/slideLayout" Target="/ppt/slideLayouts/slideLayout12.xml" Id="R67fd13e13a944f5d" /><Relationship Type="http://schemas.openxmlformats.org/officeDocument/2006/relationships/slideLayout" Target="/ppt/slideLayouts/slideLayout13.xml" Id="R6fd11bc1562d4ab8" /><Relationship Type="http://schemas.openxmlformats.org/officeDocument/2006/relationships/slideLayout" Target="/ppt/slideLayouts/slideLayout14.xml" Id="Re2ad1d3683d14512" /><Relationship Type="http://schemas.openxmlformats.org/officeDocument/2006/relationships/slideLayout" Target="/ppt/slideLayouts/slideLayout15.xml" Id="R618ec9b8dea24669" /><Relationship Type="http://schemas.openxmlformats.org/officeDocument/2006/relationships/slideLayout" Target="/ppt/slideLayouts/slideLayout16.xml" Id="Rfbc42b29c19347c8" /><Relationship Type="http://schemas.openxmlformats.org/officeDocument/2006/relationships/slideLayout" Target="/ppt/slideLayouts/slideLayout17.xml" Id="R1ba3383e410548a1" /><Relationship Type="http://schemas.openxmlformats.org/officeDocument/2006/relationships/slideLayout" Target="/ppt/slideLayouts/slideLayout18.xml" Id="Rb5de149414654be1" /><Relationship Type="http://schemas.openxmlformats.org/officeDocument/2006/relationships/slideLayout" Target="/ppt/slideLayouts/slideLayout19.xml" Id="R7989e575fe394d2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2E09D46-D76A-40F5-8864-DBF6F93B6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199" y="914400"/>
            <a:ext cx="6508377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C59B28-9CEE-4827-AF59-2B83801D95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199" y="2209800"/>
            <a:ext cx="6508377" cy="39163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92ABA7-825E-412A-A4F2-C96A5EF8BFD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198659" y="6356350"/>
            <a:ext cx="1752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fld id="{7C0D6520-0459-5A4E-9968-AEE1B7957765}" type="datetime1">
              <a:t>3/10/2025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3DF14A-652B-4F2E-AD2A-E90C57F8A91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74812" y="6356350"/>
            <a:ext cx="6007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B8AC3E8-512B-4CA3-8731-20BFFF44E14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256494" y="361016"/>
            <a:ext cx="506506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2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1099197262471d"/>
    <p:sldLayoutId xmlns:r="http://schemas.openxmlformats.org/officeDocument/2006/relationships" id="2147483650" r:id="Rfab1c68e7cfe42e5"/>
    <p:sldLayoutId xmlns:r="http://schemas.openxmlformats.org/officeDocument/2006/relationships" id="2147483651" r:id="R30bedf342acd4640"/>
    <p:sldLayoutId xmlns:r="http://schemas.openxmlformats.org/officeDocument/2006/relationships" id="2147483652" r:id="R0416eedf936e4e66"/>
    <p:sldLayoutId xmlns:r="http://schemas.openxmlformats.org/officeDocument/2006/relationships" id="2147483653" r:id="Rdbb6069e84514328"/>
    <p:sldLayoutId xmlns:r="http://schemas.openxmlformats.org/officeDocument/2006/relationships" id="2147483654" r:id="R13411dc9ee0d47df"/>
    <p:sldLayoutId xmlns:r="http://schemas.openxmlformats.org/officeDocument/2006/relationships" id="2147483655" r:id="R5621b7339e504756"/>
    <p:sldLayoutId xmlns:r="http://schemas.openxmlformats.org/officeDocument/2006/relationships" id="2147483656" r:id="Rd7e8a9be30234ed5"/>
    <p:sldLayoutId xmlns:r="http://schemas.openxmlformats.org/officeDocument/2006/relationships" id="2147483657" r:id="Rd06095e69ab549a1"/>
    <p:sldLayoutId xmlns:r="http://schemas.openxmlformats.org/officeDocument/2006/relationships" id="2147483658" r:id="R9f48d70a6de94b45"/>
    <p:sldLayoutId xmlns:r="http://schemas.openxmlformats.org/officeDocument/2006/relationships" id="2147483659" r:id="Ra9d9f9a461af4fa2"/>
    <p:sldLayoutId xmlns:r="http://schemas.openxmlformats.org/officeDocument/2006/relationships" id="2147483660" r:id="R67fd13e13a944f5d"/>
    <p:sldLayoutId xmlns:r="http://schemas.openxmlformats.org/officeDocument/2006/relationships" id="2147483661" r:id="R6fd11bc1562d4ab8"/>
    <p:sldLayoutId xmlns:r="http://schemas.openxmlformats.org/officeDocument/2006/relationships" id="2147483662" r:id="Re2ad1d3683d14512"/>
    <p:sldLayoutId xmlns:r="http://schemas.openxmlformats.org/officeDocument/2006/relationships" id="2147483663" r:id="R618ec9b8dea24669"/>
    <p:sldLayoutId xmlns:r="http://schemas.openxmlformats.org/officeDocument/2006/relationships" id="2147483664" r:id="Rfbc42b29c19347c8"/>
    <p:sldLayoutId xmlns:r="http://schemas.openxmlformats.org/officeDocument/2006/relationships" id="2147483665" r:id="R1ba3383e410548a1"/>
    <p:sldLayoutId xmlns:r="http://schemas.openxmlformats.org/officeDocument/2006/relationships" id="2147483666" r:id="Rb5de149414654be1"/>
    <p:sldLayoutId xmlns:r="http://schemas.openxmlformats.org/officeDocument/2006/relationships" id="2147483667" r:id="R7989e575fe394d2e"/>
  </p:sldLayoutIdLst>
  <p:hf hdr="0" ftr="0" dt="0"/>
  <p:txStyles>
    <p:titleStyle>
      <a:lvl1pPr xmlns:a="http://schemas.openxmlformats.org/drawingml/2006/main" algn="l" defTabSz="9144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spcBef>
          <a:spcPts val="1800"/>
        </a:spcBef>
        <a:buClr>
          <a:schemeClr val="accent1"/>
        </a:buClr>
        <a:buSzPct val="100000"/>
        <a:buFont typeface="Wingdings 2"/>
        <a:buChar char="¡"/>
        <a:defRPr sz="2000" kern="1200">
          <a:solidFill>
            <a:schemeClr val="tx2"/>
          </a:solidFill>
          <a:latin typeface="+mn-lt"/>
          <a:ea typeface="+mn-lt"/>
          <a:cs typeface="+mn-lt"/>
        </a:defRPr>
      </a:lvl1pPr>
      <a:lvl2pPr xmlns:a="http://schemas.openxmlformats.org/drawingml/2006/main" marL="457200" indent="-228600" algn="l" defTabSz="914400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/>
        <a:buChar char="¡"/>
        <a:defRPr sz="1800" kern="1200">
          <a:solidFill>
            <a:schemeClr val="tx2"/>
          </a:solidFill>
          <a:latin typeface="+mn-lt"/>
          <a:ea typeface="+mn-lt"/>
          <a:cs typeface="+mn-lt"/>
        </a:defRPr>
      </a:lvl2pPr>
      <a:lvl3pPr xmlns:a="http://schemas.openxmlformats.org/drawingml/2006/main" marL="685800" indent="-228600" algn="l" defTabSz="914400">
        <a:spcBef>
          <a:spcPts val="600"/>
        </a:spcBef>
        <a:buClr>
          <a:schemeClr val="accent1"/>
        </a:buClr>
        <a:buSzPct val="100000"/>
        <a:buFont typeface="Wingdings 2"/>
        <a:buChar char="¡"/>
        <a:defRPr sz="1800" kern="1200">
          <a:solidFill>
            <a:schemeClr val="tx2"/>
          </a:solidFill>
          <a:latin typeface="+mn-lt"/>
          <a:ea typeface="+mn-lt"/>
          <a:cs typeface="+mn-lt"/>
        </a:defRPr>
      </a:lvl3pPr>
      <a:lvl4pPr xmlns:a="http://schemas.openxmlformats.org/drawingml/2006/main" marL="914400" indent="-228600" algn="l" defTabSz="914400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/>
        <a:buChar char="¡"/>
        <a:defRPr sz="1800" kern="1200">
          <a:solidFill>
            <a:schemeClr val="tx2"/>
          </a:solidFill>
          <a:latin typeface="+mn-lt"/>
          <a:ea typeface="+mn-lt"/>
          <a:cs typeface="+mn-lt"/>
        </a:defRPr>
      </a:lvl4pPr>
      <a:lvl5pPr xmlns:a="http://schemas.openxmlformats.org/drawingml/2006/main" marL="1143000" indent="-228600" algn="l" defTabSz="914400">
        <a:spcBef>
          <a:spcPts val="600"/>
        </a:spcBef>
        <a:buClr>
          <a:schemeClr val="accent1"/>
        </a:buClr>
        <a:buSzPct val="100000"/>
        <a:buFont typeface="Wingdings 2"/>
        <a:buChar char="¡"/>
        <a:defRPr sz="1800" kern="1200">
          <a:solidFill>
            <a:schemeClr val="tx2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laza">
  <a:themeElements>
    <a:clrScheme name="Plaza">
      <a:dk1>
        <a:sysClr val="windowText" lastClr="000000"/>
      </a:dk1>
      <a:lt1>
        <a:sysClr val="window" lastClr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Plaza">
      <a:majorFont>
        <a:latin typeface="Century Gothic"/>
        <a:ea typeface=""/>
        <a:cs typeface=""/>
        <a:font script="Jpan" typeface="メイリオ"/>
      </a:majorFont>
      <a:minorFont>
        <a:latin typeface="Century Gothic"/>
        <a:ea typeface=""/>
        <a:cs typeface=""/>
        <a:font script="Jpan" typeface="メイリオ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</a:schemeClr>
            </a:gs>
            <a:gs pos="100000">
              <a:schemeClr val="phClr">
                <a:tint val="100000"/>
                <a:shade val="100000"/>
                <a:satMod val="250000"/>
              </a:schemeClr>
            </a:gs>
          </a:gsLst>
          <a:lin ang="16200000" scaled="1"/>
        </a:gradFill>
      </a:fillStyleLst>
      <a:lnStyleLst>
        <a:ln w="12700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17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a1cdd16f44e7e" /><Relationship Type="http://schemas.openxmlformats.org/officeDocument/2006/relationships/image" Target="/ppt/media/image.png" Id="R2d3b01a391a54dee" /><Relationship Type="http://schemas.openxmlformats.org/officeDocument/2006/relationships/image" Target="/ppt/media/image2.png" Id="R65168169811e4a6e" /><Relationship Type="http://schemas.openxmlformats.org/officeDocument/2006/relationships/notesSlide" Target="/ppt/notesSlides/notesSlide1.xml" Id="R21212ddf1b224f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d91f38cddeb4efa" /><Relationship Type="http://schemas.openxmlformats.org/officeDocument/2006/relationships/notesSlide" Target="/ppt/notesSlides/notesSlide2.xml" Id="R7d0d7f0a56cd45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6ba155288504a46" /><Relationship Type="http://schemas.openxmlformats.org/officeDocument/2006/relationships/notesSlide" Target="/ppt/notesSlides/notesSlide3.xml" Id="R7096eb24e5a84c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937b5a1d4bb4b85" /><Relationship Type="http://schemas.openxmlformats.org/officeDocument/2006/relationships/notesSlide" Target="/ppt/notesSlides/notesSlide4.xml" Id="Re7b2649e5cd641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c74c62efa5c471d" /><Relationship Type="http://schemas.openxmlformats.org/officeDocument/2006/relationships/notesSlide" Target="/ppt/notesSlides/notesSlide5.xml" Id="R70625558736543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a787a68aa8f4120" /><Relationship Type="http://schemas.openxmlformats.org/officeDocument/2006/relationships/notesSlide" Target="/ppt/notesSlides/notesSlide6.xml" Id="R3884c06187c74e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1bb9fcfe1c3428a" /><Relationship Type="http://schemas.openxmlformats.org/officeDocument/2006/relationships/notesSlide" Target="/ppt/notesSlides/notesSlide7.xml" Id="Rf40e8e6584e040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cb116acec29497c" /><Relationship Type="http://schemas.openxmlformats.org/officeDocument/2006/relationships/notesSlide" Target="/ppt/notesSlides/notesSlide8.xml" Id="Ra58fe1e8b3694c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4699e27b75c94277" /><Relationship Type="http://schemas.openxmlformats.org/officeDocument/2006/relationships/notesSlide" Target="/ppt/notesSlides/notesSlide9.xml" Id="Rd9ed6970c64c49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3d4809a7b0c4ed2" /><Relationship Type="http://schemas.openxmlformats.org/officeDocument/2006/relationships/notesSlide" Target="/ppt/notesSlides/notesSlide10.xml" Id="R157d56913a7d4f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3690c80982f4094" /><Relationship Type="http://schemas.openxmlformats.org/officeDocument/2006/relationships/notesSlide" Target="/ppt/notesSlides/notesSlide11.xml" Id="Rd12310ed7db843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ca4b2fc3b654728" /><Relationship Type="http://schemas.openxmlformats.org/officeDocument/2006/relationships/notesSlide" Target="/ppt/notesSlides/notesSlide12.xml" Id="R13207abf12be4a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4a45ce8b39b4079" /><Relationship Type="http://schemas.openxmlformats.org/officeDocument/2006/relationships/notesSlide" Target="/ppt/notesSlides/notesSlide13.xml" Id="R07088de3e8d64e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15176a192a8449d" /><Relationship Type="http://schemas.openxmlformats.org/officeDocument/2006/relationships/notesSlide" Target="/ppt/notesSlides/notesSlide14.xml" Id="R12076b8232fc41b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35049e4b5504758" /><Relationship Type="http://schemas.openxmlformats.org/officeDocument/2006/relationships/notesSlide" Target="/ppt/notesSlides/notesSlide15.xml" Id="R46b02139c43f43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47a346ac901447e" /><Relationship Type="http://schemas.openxmlformats.org/officeDocument/2006/relationships/notesSlide" Target="/ppt/notesSlides/notesSlide16.xml" Id="R38a455f1fd8d41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2b85e41ae904d3f" /><Relationship Type="http://schemas.openxmlformats.org/officeDocument/2006/relationships/notesSlide" Target="/ppt/notesSlides/notesSlide17.xml" Id="R735bccac0a0942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2619261ae304428" /><Relationship Type="http://schemas.openxmlformats.org/officeDocument/2006/relationships/notesSlide" Target="/ppt/notesSlides/notesSlide18.xml" Id="R6830e5a3d81b48d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4f13f8b4f684989" /><Relationship Type="http://schemas.openxmlformats.org/officeDocument/2006/relationships/notesSlide" Target="/ppt/notesSlides/notesSlide19.xml" Id="R544fe4e464ae42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9b88dcddb0b410a" /><Relationship Type="http://schemas.openxmlformats.org/officeDocument/2006/relationships/notesSlide" Target="/ppt/notesSlides/notesSlide20.xml" Id="Re42916f4636c409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766041f7cf74bf5" /><Relationship Type="http://schemas.openxmlformats.org/officeDocument/2006/relationships/notesSlide" Target="/ppt/notesSlides/notesSlide21.xml" Id="R43427fcde940408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e85dc230c874634" /><Relationship Type="http://schemas.openxmlformats.org/officeDocument/2006/relationships/notesSlide" Target="/ppt/notesSlides/notesSlide22.xml" Id="R51b508f577444ce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e7a2e868686747b3" /><Relationship Type="http://schemas.openxmlformats.org/officeDocument/2006/relationships/notesSlide" Target="/ppt/notesSlides/notesSlide23.xml" Id="Re503e5fd124c416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d3b07f638764602" /><Relationship Type="http://schemas.openxmlformats.org/officeDocument/2006/relationships/notesSlide" Target="/ppt/notesSlides/notesSlide24.xml" Id="Ra8c1d30f0c75444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3aa87c408854f00" /><Relationship Type="http://schemas.openxmlformats.org/officeDocument/2006/relationships/notesSlide" Target="/ppt/notesSlides/notesSlide25.xml" Id="R4ac1d2b89a60448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2ae09de4d294f1f" /><Relationship Type="http://schemas.openxmlformats.org/officeDocument/2006/relationships/notesSlide" Target="/ppt/notesSlides/notesSlide26.xml" Id="Rdf5e1181d2f043f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0379efff5b24265" /><Relationship Type="http://schemas.openxmlformats.org/officeDocument/2006/relationships/notesSlide" Target="/ppt/notesSlides/notesSlide27.xml" Id="R29122dbae1ea42b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5f8d09171a8470d" /><Relationship Type="http://schemas.openxmlformats.org/officeDocument/2006/relationships/notesSlide" Target="/ppt/notesSlides/notesSlide28.xml" Id="R013fea93c812467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5880cf00b204f13" /><Relationship Type="http://schemas.openxmlformats.org/officeDocument/2006/relationships/notesSlide" Target="/ppt/notesSlides/notesSlide29.xml" Id="R139b7c73eff3401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61897c4bcc541d1" /><Relationship Type="http://schemas.openxmlformats.org/officeDocument/2006/relationships/notesSlide" Target="/ppt/notesSlides/notesSlide30.xml" Id="R7bd92ee6fd0a422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5a5883d32204b44" /><Relationship Type="http://schemas.openxmlformats.org/officeDocument/2006/relationships/notesSlide" Target="/ppt/notesSlides/notesSlide31.xml" Id="R6ad0680ceeec4ad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42f5c636fb67428c" /><Relationship Type="http://schemas.openxmlformats.org/officeDocument/2006/relationships/notesSlide" Target="/ppt/notesSlides/notesSlide32.xml" Id="R63b882e585f648c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b834047299b4418" /><Relationship Type="http://schemas.openxmlformats.org/officeDocument/2006/relationships/notesSlide" Target="/ppt/notesSlides/notesSlide33.xml" Id="Re3b8bd80cd9f4ea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8a1637ff78a4e10" /><Relationship Type="http://schemas.openxmlformats.org/officeDocument/2006/relationships/notesSlide" Target="/ppt/notesSlides/notesSlide34.xml" Id="R8186dd1d4cd7491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f9ec666edf245d8" /><Relationship Type="http://schemas.openxmlformats.org/officeDocument/2006/relationships/notesSlide" Target="/ppt/notesSlides/notesSlide35.xml" Id="Rf7e1f2f8546b499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3feccd7f12a4b12" /><Relationship Type="http://schemas.openxmlformats.org/officeDocument/2006/relationships/notesSlide" Target="/ppt/notesSlides/notesSlide36.xml" Id="R15faf271329643b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2B1397-4E27-4B5E-A30A-81E1F4C7844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04676" y="3786412"/>
            <a:ext cx="7908056" cy="210022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latin typeface="Times New Roman"/>
                <a:ea typeface="Times New Roman"/>
                <a:cs typeface="Times New Roman"/>
              </a:rPr>
              <a:t>KMB689: Big Data for Business Applications</a:t>
            </a:r>
            <a:endParaRPr sz="2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</a:pPr>
            <a:r>
              <a:rPr sz="2800" b="1">
                <a:latin typeface="Times New Roman"/>
                <a:ea typeface="Times New Roman"/>
                <a:cs typeface="Times New Roman"/>
              </a:rPr>
              <a:t/>
            </a:r>
            <a:endParaRPr sz="2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</a:pPr>
            <a:r>
              <a:rPr sz="2800" b="1">
                <a:latin typeface="Times New Roman"/>
                <a:ea typeface="Times New Roman"/>
                <a:cs typeface="Times New Roman"/>
              </a:rPr>
              <a:t>Seminar 6</a:t>
            </a:r>
            <a:endParaRPr sz="2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</a:pPr>
            <a:r>
              <a:rPr sz="2800" b="1">
                <a:latin typeface="Times New Roman"/>
                <a:ea typeface="Times New Roman"/>
                <a:cs typeface="Times New Roman"/>
              </a:rPr>
              <a:t>좋은 분석이란 무엇인가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42101A6-0940-4C34-9E4E-497182A14D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92141" y="5886637"/>
            <a:ext cx="7707253" cy="99846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Instructor: Prof. Gun-woong </a:t>
            </a:r>
            <a:r>
              <a:rPr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Lee </a:t>
            </a:r>
            <a:endParaRPr sz="2000" i="1">
              <a:solidFill>
                <a:schemeClr val="accent2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</a:pPr>
            <a:r>
              <a:rPr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Korea</a:t>
            </a:r>
            <a:r>
              <a:rPr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University </a:t>
            </a:r>
            <a:r>
              <a:rPr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Business School</a:t>
            </a:r>
          </a:p>
          <a:p xmlns:a="http://schemas.openxmlformats.org/drawingml/2006/main">
            <a:endParaRPr sz="20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730742-D9D2-4A3E-AA33-7238C3C1F8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rPr>
                <a:latin typeface="Times New Roman"/>
                <a:ea typeface="Times New Roman"/>
                <a:cs typeface="Times New Roman"/>
              </a:rPr>
              <a:t>1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4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b01a391a54d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676" y="301142"/>
            <a:ext cx="2189527" cy="6731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F3A2FD8-B7AA-0ABF-CB4C-7801835E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66D9CC3-D19D-7FAD-DDDE-D547DB8E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31982"/>
            <a:ext cx="3001818" cy="30018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68169811e4a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63117" y="301142"/>
            <a:ext cx="5553223" cy="38060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4776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C506EB50-836B-4029-AFB3-A86BD03C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오늘의 두 블록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22A8E867-2540-485D-9D23-7B55A848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WEEK 6 · OVERVIEW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78105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905000"/>
                <a:gridCol w="2952750"/>
              </a:tblGrid>
              <a:tr h="1047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블록 1 · 75분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휴식 · 10분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블록 2 · 75분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1047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좋은 분석의 기준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기준을 손에 쥔 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두 검토를 읽고 판단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46B452E5-E80A-4C38-8854-E1CDBF86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지난주까지 온 길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A721A68A-80B8-413E-B97D-71AC9E41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A · 0:00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C9DA39E8-194F-439C-BFC1-ECF5DF4A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지난주에 우리는 데이터를 읽었다. 요약 통계가 무엇을 말하고 무엇을 감추는지, 상관이 몇 개의 점에 흔들리는지 봤다.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934711A0-71E8-4DFB-B5BB-0C1507CD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읽기와 판단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99E6C9CD-6D43-4DED-8F7B-B4C7B34D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A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ABE0CC59-876F-40C3-95ED-F5811F2F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읽을 줄 아는 것과</a:t>
            </a:r>
          </a:p>
          <a:p xmlns:a="http://schemas.openxmlformats.org/drawingml/2006/main">
            <a:pPr algn="ctr">
              <a:defRPr sz="25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좋고 나쁨을 가리는 것은 다르다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8FCF08C4-646A-4827-8568-5A584061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원고를 읽을 줄 안다고 좋은 원고와 나쁜 원고를 바로 가리지는 못한다.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6FD87D70-3893-4B8F-972B-813493EC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93CF5B6E-FA5A-485D-9BDD-D237A48E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A · 0:07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44F63975-0F5A-48BA-8A81-4073991D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눈앞의 분석이 좋은 분석인지,</a:t>
            </a:r>
          </a:p>
          <a:p xmlns:a="http://schemas.openxmlformats.org/drawingml/2006/main">
            <a:pPr algn="ctr"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나쁜 분석인지 어떻게 아는가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35F66EDB-F120-4559-A843-147FB6E6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오늘 세울 것은 좋은 분석의 기준이다.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78E316BC-9649-44AD-BF47-2D83897D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감독에 필요한 것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D8A201B0-6290-40BC-A9C9-31B5BE14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A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53FA04BA-57BA-4322-AB84-6382A41B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기준이 필요하다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2250833B-567A-4353-B69D-B531A5FC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기준이 없으면 감독은 ‘그럴듯해 보인다’에서 멈춘다.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6177D1B9-2C89-46C5-9207-B915670C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정확한 분석과 좋은 분석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BEC6CF5C-2ED2-488C-84DF-C3202B21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A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82554AD4-3EC1-478E-A3A6-7EF4405D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좋은 분석 ≠ 정확한 분석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A2D39002-2291-436E-A7A5-FBF5F245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정확한데 나쁜 분석이 있고, 그 반대도 있다. 오늘 그 이유를 본다.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AFCAD023-D95A-4A9E-B8C8-E2B80043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AI 모델 정확도 90%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BE7D8B92-358F-4DF8-BD1E-C9E9FA54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B · D1 · 0:15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95415999-C1C5-4807-8BB3-D7107C08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여러분 회사에서</a:t>
            </a:r>
          </a:p>
          <a:p xmlns:a="http://schemas.openxmlformats.org/drawingml/2006/main">
            <a:pPr algn="ctr">
              <a:defRPr sz="24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‘AI 모델 정확도 90%’라는 보고를 받았습니다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84582445-F93C-418A-AAB2-7671A2F6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어떻게 반응하시겠습니까?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CDC76361-216E-4073-B725-FF63AF24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보고서의 첫 줄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D2E46D15-790C-400A-AD13-D963B308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B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E73029F0-5027-4928-9D33-33CB80D0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“정확도 90%의 모델입니다.”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EF690957-F3AC-4BD5-AD1A-FD66A02F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90%면 열에 아홉을 맞힌다는 뜻이니 나쁘지 않아 보인다.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700F5088-C9CE-48C4-8AED-19E9C601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90%가 가린 것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BA8F4180-B72C-4B23-9B5B-BC625F2B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B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D00D19D3-8042-4AC1-8747-D37D72A1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무엇에 대한 90%인가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30C677DC-06EF-49E3-B7D6-50E57A20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무엇을 맞히고 무엇을 틀렸는지는 보이지 않는다.</a:t>
            </a:r>
          </a:p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맞힌 것이 중요한 것이었나, 틀린 것이 중요한 것이었나.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BA9760BB-087B-40B9-B0FE-4E51D0E2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두 가지 틀림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C35EAA74-D149-4FA2-B7F5-3F6C221E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B · D2 · 0:25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1952625"/>
          <a:ext xmlns:a="http://schemas.openxmlformats.org/drawingml/2006/main" cx="74295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</a:tblGrid>
              <a:tr h="10953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놓쳐서 나는 손해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괜히 잡아서 나는 손해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10953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0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잡았어야 할 것을 못 잡았다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0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멀쩡한 것을 걸러 냈다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wk6-question">
            <a:extLst xmlns:a="http://schemas.openxmlformats.org/drawingml/2006/main">
              <a:ext uri="{FF2B5EF4-FFF2-40B4-BE49-F238E27FC236}">
                <a16:creationId xmlns:a16="http://schemas.microsoft.com/office/drawing/2014/main" id="{6F83B03F-B57A-4302-BF78-BD0018E3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이 둘의 손해가 같습니까?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E6A6B568-B7DE-4088-AB16-A8BC254A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놓쳐서 나는 손해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37D31F0C-E4FD-4681-B3AB-08180624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B</a:t>
            </a:r>
          </a:p>
        </p:txBody>
      </p:sp>
      <p:sp>
        <p:nvSpPr>
          <p:cNvPr id="5" name="wk6-bullets">
            <a:extLst xmlns:a="http://schemas.openxmlformats.org/drawingml/2006/main">
              <a:ext uri="{FF2B5EF4-FFF2-40B4-BE49-F238E27FC236}">
                <a16:creationId xmlns:a16="http://schemas.microsoft.com/office/drawing/2014/main" id="{147005D8-BF1D-44B1-B1BE-76E161A0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6000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152400">
              <a:lnSpc>
                <a:spcPct val="112000"/>
              </a:lnSpc>
              <a:spcAft>
                <a:spcPts val="2200"/>
              </a:spcAft>
              <a:buNone/>
              <a:defRPr sz="210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불량을 통과시켰다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2200"/>
              </a:spcAft>
              <a:buNone/>
              <a:defRPr sz="210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떠날 고객을 붙잡지 못했다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2200"/>
              </a:spcAft>
              <a:buNone/>
              <a:defRPr sz="210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위험한 거래를 승인했다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DF7FC125-9F65-4E9D-90AB-E7D8EC1A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괜히 잡아서 나는 손해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B4F924BB-1ADA-4A10-8B50-187349AC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B</a:t>
            </a:r>
          </a:p>
        </p:txBody>
      </p:sp>
      <p:sp>
        <p:nvSpPr>
          <p:cNvPr id="5" name="wk6-bullets">
            <a:extLst xmlns:a="http://schemas.openxmlformats.org/drawingml/2006/main">
              <a:ext uri="{FF2B5EF4-FFF2-40B4-BE49-F238E27FC236}">
                <a16:creationId xmlns:a16="http://schemas.microsoft.com/office/drawing/2014/main" id="{4CA6D3B3-D497-4E5D-B75C-4EFB7C80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00250"/>
            <a:ext cx="6000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152400">
              <a:lnSpc>
                <a:spcPct val="112000"/>
              </a:lnSpc>
              <a:spcAft>
                <a:spcPts val="2600"/>
              </a:spcAft>
              <a:buNone/>
              <a:defRPr sz="21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정상 부품을 폐기했다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2600"/>
              </a:spcAft>
              <a:buNone/>
              <a:defRPr sz="21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안 떠날 고객에게 비용을 썼다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3FC79879-C1FF-4BF3-AC3C-9516D38B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틀림의 값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88E82FE5-6F5A-4A9E-B5A7-2763273F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B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8600C0E2-967A-495B-8CFA-850038C9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두 틀림의 값은 다를 수 있다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060994A0-C2B9-40C2-9A90-FB2E0ABE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불량 하나를 통과시키는 손해가 정상 부품 하나를 버리는 손해보다 클 수 있다. 그 반대일 수도 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A3B95F2B-40A1-45E4-B610-BFD4A7AE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정확도의 무게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F47C2C18-FB10-4559-B5D9-C89040E4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B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13A372E4-058D-4142-9C97-1D936C49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정확도는 두 종류의 틀림을</a:t>
            </a:r>
          </a:p>
          <a:p xmlns:a="http://schemas.openxmlformats.org/drawingml/2006/main">
            <a:pPr algn="ctr">
              <a:defRPr sz="27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같은 무게로 센다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28C82484-6AC3-485B-B467-9042AE15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현실에서 두 틀림의 값은 다르다.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5DB8ED7C-3CE0-453A-A049-C64FF9B1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결정이 치르는 값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F82AF70C-1060-4AE3-8281-92BCEC82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B · 0:37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D568711E-CA77-44E6-AB62-99EAF77F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이 분석을 따랐을 때,</a:t>
            </a:r>
          </a:p>
          <a:p xmlns:a="http://schemas.openxmlformats.org/drawingml/2006/main">
            <a:pPr algn="ctr">
              <a:defRPr sz="24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우리가 얻는 것에서 잃는 것을 뺀 값은 얼마인가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285AE63C-2885-4F1C-8CC7-F2449DB8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정확도는 이 계산의 한 재료다.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93AE69F3-9106-4119-8E25-83B83BD2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값을 읽는 세 항목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FAAC6B3A-1B95-4376-8DCA-B0B173CA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B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143000" y="1666875"/>
          <a:ext xmlns:a="http://schemas.openxmlformats.org/drawingml/2006/main" cx="6858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</a:tblGrid>
              <a:tr h="857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관리자가 확인할 것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857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얻은 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맞혀서 막은 손해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치른 것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분석과 실행에 든 비용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857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놓친 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놓쳐서 새어 나간 손해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635194E1-F8AE-4ED0-BD2D-928E2958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이 분석이 옳은 문제를 푸는가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E8FAF799-9D69-463E-82CD-0C185252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C · D3 · 0:45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F84B8FE3-969E-48E9-AE37-6F0C6F46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‘어떤 고객이 이탈할지’ 정확히 맞히는 모델이 있습니다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1933B165-FEBA-4677-A017-FF41DDFC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그런데 회사가 알고 싶던 것은 ‘어떻게 이탈을 막나’였습니다.</a:t>
            </a:r>
          </a:p>
          <a:p xmlns:a="http://schemas.openxmlformats.org/drawingml/2006/main">
            <a:pPr algn="ctr">
              <a:defRPr sz="1875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이 모델은 좋은 분석입니까?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E6BD7126-271F-4812-AC76-CDCDB392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맞물림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E90CD200-8F57-4EFE-8198-D446A2B9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C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A6AFD659-33A4-4719-920B-3F72791F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이게 내가 풀려던 문제를 푸는가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866DDBC2-AE03-4B7F-949B-4EEC3999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문제를 잘못 잡으면 그 문제를 아무리 정확하게 풀어도 소용이 없다.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186FC1E3-E725-42BC-9B62-3B91547A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이탈 예측과 이탈 방지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32C56682-874C-4E72-96C3-0D2C129F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C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74295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</a:tblGrid>
              <a:tr h="1047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분석이 답한 질문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회사가 풀려던 질문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1047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75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어떤 고객이 이탈할까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75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어떻게 하면 이탈을 막을까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wk6-fit">
            <a:extLst xmlns:a="http://schemas.openxmlformats.org/drawingml/2006/main">
              <a:ext uri="{FF2B5EF4-FFF2-40B4-BE49-F238E27FC236}">
                <a16:creationId xmlns:a16="http://schemas.microsoft.com/office/drawing/2014/main" id="{18ED01D8-6F70-4055-94E2-1C2E523F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서로 다른 질문이다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F2BE2-2DFA-1C03-677D-BDC2260D6D92}" type="slidenum">
              <a:t>21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36D6214B-9ECA-4AC6-88D2-9035CF64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분석과 결정의 연결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436779FF-C73E-4C03-A9F2-1BE06F02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C · 0:57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3A92DC7E-E824-4FDB-BF10-B784F0CB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데이터는 10년째 쌓였지만</a:t>
            </a:r>
          </a:p>
          <a:p xmlns:a="http://schemas.openxmlformats.org/drawingml/2006/main">
            <a:pPr algn="ctr">
              <a:defRPr sz="247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결정을 내리는 방식은 그대로였다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18690E82-D086-4E5B-ACD8-2F6AC1E3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분석이 행동으로 옮겨지지 않으면 그 분석은 서버에만 남는다.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B18BA8-60F4-C50D-CD9B-1BB87D3E8506}" type="slidenum">
              <a:t>22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A250C477-C791-445F-94DB-553F21F7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관리자의 마지막 질문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366A8CC1-696F-4F0D-B10F-F5B19BDF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C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173DF382-2E33-4B49-8E38-65C01522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그래서 우리는 무엇을 다르게 하는가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7B34E98B-048F-46EF-8551-7F1D7890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이 질문에 답할 수 없는 분석은 결정에 닿지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4E99CEF-AF55-BA3C-ADF8-4E52E186DD8F}" type="slidenum">
              <a:t>23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B799B2FA-CACA-40CD-9CCC-B2F2158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좋은 분석의 세 조건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D0D9185A-97B7-4657-9128-D629FBEF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1 · PART C · 1:15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000125" y="1524000"/>
          <a:ext xmlns:a="http://schemas.openxmlformats.org/drawingml/2006/main" cx="7143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5334000"/>
              </a:tblGrid>
              <a:tr h="833438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묻는 것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833438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얻는 것에서 잃는 것을 뺀 값이 큰가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맞물림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옳은 문제를 풀고 있는가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833438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연결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결정으로 이어지는가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wk6-transition">
            <a:extLst xmlns:a="http://schemas.openxmlformats.org/drawingml/2006/main">
              <a:ext uri="{FF2B5EF4-FFF2-40B4-BE49-F238E27FC236}">
                <a16:creationId xmlns:a16="http://schemas.microsoft.com/office/drawing/2014/main" id="{720C4875-2400-44E6-9744-554B358B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휴식 뒤, 계산이 모두 맞는 두 검토를 이 기준으로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59AF09-D197-0193-A7DE-FAAF0B691058}" type="slidenum">
              <a:t>24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FA1DC693-37BE-4730-9CD8-1FBE31AC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정확도 92%짜리 모델을 믿어도 될까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067FAB91-DC54-47C3-96C2-A000E24C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CASE · 1:25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53D9FD0A-3CD2-4DAD-9E64-2C3E2DD7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한빛정밀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D51D20FC-D1F6-4E7C-9D9A-8B09FB05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당신은 자동차 부품 제조사의 품질 담당 임원입니다.</a:t>
            </a:r>
          </a:p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두 검토를 읽고 경영진에 무엇을 올릴지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AE1AE4-D79E-94D6-E825-3FC6C21A77D2}" type="slidenum">
              <a:t>25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FD211258-A945-4899-95D3-E7F29E41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두 종류의 커넥터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39FBD90C-C8DA-4789-8E4F-394A8CB1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CASE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14375" y="1809750"/>
          <a:ext xmlns:a="http://schemas.openxmlformats.org/drawingml/2006/main" cx="77152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000250"/>
                <a:gridCol w="3238500"/>
              </a:tblGrid>
              <a:tr h="920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종류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월 생산량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불량 유출 시 손실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920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정밀 커넥터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2천 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개당 평균 500만 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0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일반 커넥터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8천 개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개당 평균 20만 원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wk6-monthly-total">
            <a:extLst xmlns:a="http://schemas.openxmlformats.org/drawingml/2006/main">
              <a:ext uri="{FF2B5EF4-FFF2-40B4-BE49-F238E27FC236}">
                <a16:creationId xmlns:a16="http://schemas.microsoft.com/office/drawing/2014/main" id="{2D5D2309-8F10-45ED-B469-C611FCDC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05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월 1만 개 생산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AB55966-FA28-BC73-EA9E-53DF014DF033}" type="slidenum">
              <a:t>26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54C5679F-8558-49BA-8E98-6DC8DE7A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한 달 시험 결과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A2CC5C3F-6CD8-4450-A0EF-6687933A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CASE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04875" y="1952625"/>
          <a:ext xmlns:a="http://schemas.openxmlformats.org/drawingml/2006/main" cx="73342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47925"/>
                <a:gridCol w="2438400"/>
                <a:gridCol w="2447925"/>
              </a:tblGrid>
              <a:tr h="1047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불량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모델이 잡음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모델이 놓침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1047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225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500개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225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460개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225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40개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wk6-rate">
            <a:extLst xmlns:a="http://schemas.openxmlformats.org/drawingml/2006/main">
              <a:ext uri="{FF2B5EF4-FFF2-40B4-BE49-F238E27FC236}">
                <a16:creationId xmlns:a16="http://schemas.microsoft.com/office/drawing/2014/main" id="{7BF811CC-4B7B-4A31-A5BB-DF6A91C9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검출률 92%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F15020-66A7-620A-7B7A-C05C4312DEAE}" type="slidenum">
              <a:t>27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53AB3B32-0660-479C-86ED-DE25DA60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두 검토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B26DD625-0EAA-4903-8C01-B429A0C2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CASE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7905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4429125"/>
              </a:tblGrid>
              <a:tr h="1333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검토 A · 도입추진팀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검토 B · 공정분석팀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1333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검출률 92%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도입을 권고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놓친 40개가 어디에 몰렸는지 확인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놓친 손실로 성과를 측정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333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100개 중 92개를 잡음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정밀 불량 100개 중 35개 놓침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놓친 손실 1억 7,600만 원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AD4375-9F50-F53A-6F9F-DD8473067C05}" type="slidenum">
              <a:t>28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40785DDC-FBD9-459B-A0AB-5BF18BF7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개별 판단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699C400C-6018-409C-9D71-B66C9AD2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PART A · 1:35</a:t>
            </a:r>
          </a:p>
        </p:txBody>
      </p:sp>
      <p:sp>
        <p:nvSpPr>
          <p:cNvPr id="5" name="wk6-bullets">
            <a:extLst xmlns:a="http://schemas.openxmlformats.org/drawingml/2006/main">
              <a:ext uri="{FF2B5EF4-FFF2-40B4-BE49-F238E27FC236}">
                <a16:creationId xmlns:a16="http://schemas.microsoft.com/office/drawing/2014/main" id="{A1313ADB-150E-4C9F-8731-003DF263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7143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152400">
              <a:lnSpc>
                <a:spcPct val="112000"/>
              </a:lnSpc>
              <a:spcAft>
                <a:spcPts val="2000"/>
              </a:spcAft>
              <a:buNone/>
              <a:def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검토 A는 무엇을 근거로 도입을 권했는가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2000"/>
              </a:spcAft>
              <a:buNone/>
              <a:def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검토 B는 무엇을 다르게 봤는가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2000"/>
              </a:spcAft>
              <a:buNone/>
              <a:def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어느 검토가 좋은 분석인가. 세 조건 중 무엇과 닿아 있는가</a:t>
            </a:r>
          </a:p>
        </p:txBody>
      </p:sp>
      <p:sp>
        <p:nvSpPr>
          <p:cNvPr id="6" name="wk6-individual">
            <a:extLst xmlns:a="http://schemas.openxmlformats.org/drawingml/2006/main">
              <a:ext uri="{FF2B5EF4-FFF2-40B4-BE49-F238E27FC236}">
                <a16:creationId xmlns:a16="http://schemas.microsoft.com/office/drawing/2014/main" id="{5225711F-571F-4CB4-9137-A78166CA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옆 사람과 상의하지 않고 판정 근거를 한 문장으로 적습니다.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680313-6E64-04FF-399A-57B7CADE95A9}" type="slidenum">
              <a:t>29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7D61C440-F0DE-47DE-A506-3398EBAB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어느 검토가 좋은가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3C0AA280-77B4-4300-9081-FBA30AAD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PART B · D4 · 1:50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F9B23843-AD75-419E-868D-BF82F035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검토 A의 92%는 틀린 숫자입니까?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6EF530F8-8E3D-4DCD-BB8F-8DEA7381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아니라면, 왜 그것만으로는 부족합니까?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FEBBBCE-9E16-527A-0EE3-E5839422D847}" type="slidenum">
              <a:t>30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04268127-FF3C-4163-BBEC-8D56AC98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92%의 판정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2E02FA45-6A0E-4FDF-9FE7-CFF4F7D7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PART B · AFTER DISCUSSION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E9DB9F04-B721-4A64-9621-64EB44B5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92%는 틀린 숫자가 아니다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CFF4B098-ED0D-47BB-990E-206B6DB8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다만 그 숫자만으로는 결정할 수 없다.</a:t>
            </a:r>
          </a:p>
          <a:p xmlns:a="http://schemas.openxmlformats.org/drawingml/2006/main">
            <a:pPr algn="ctr">
              <a:defRPr sz="1800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정밀 커넥터만 보면 100개 중 65개를 잡았다.</a:t>
            </a:r>
          </a:p>
        </p:txBody>
      </p:sp>
      <p:sp>
        <p:nvSpPr>
          <p:cNvPr id="7" name="wk6-loss-comparison">
            <a:extLst xmlns:a="http://schemas.openxmlformats.org/drawingml/2006/main">
              <a:ext uri="{FF2B5EF4-FFF2-40B4-BE49-F238E27FC236}">
                <a16:creationId xmlns:a16="http://schemas.microsoft.com/office/drawing/2014/main" id="{72AC4EB7-F2CA-4A8C-A180-C8C13580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33875"/>
            <a:ext cx="695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놓친 손실 1억 7,600만 원</a:t>
            </a:r>
          </a:p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같은 40개를 놓쳐도 다른 구성이라면 2,240만 원, 약 8배 차이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72A7C5-A0CC-7B36-F236-345181E6AD72}" type="slidenum">
              <a:t>31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8CE5878E-D095-429F-AE58-D87F2AE3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손실이 같다면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AADF01C0-0061-4AFA-9DD5-67BB38B4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PART B · SELF-CHECK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623D234D-29E4-4CAA-96C8-6BBBF625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두 커넥터의 손실이</a:t>
            </a:r>
          </a:p>
          <a:p xmlns:a="http://schemas.openxmlformats.org/drawingml/2006/main">
            <a:pPr algn="ctr">
              <a:defRPr sz="28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똑같이 20만 원이었다면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74D750DF-65CD-4DC8-867A-D5F8F106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두 검토의 차이는 어떻게 됩니까?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C3428B-053E-6B4E-39FF-75B44F3F33F6}" type="slidenum">
              <a:t>32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B9C68CCE-B7ED-463E-8E9D-B9306C7F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그래서 무엇을 하는가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0698BF5B-231B-4EA7-A003-B335646C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PART B · D5 · 2:05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3A231A16-B804-4ECD-A64C-EA40D48C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여러분이 이 회사 관리자라면</a:t>
            </a:r>
          </a:p>
          <a:p xmlns:a="http://schemas.openxmlformats.org/drawingml/2006/main">
            <a:pPr algn="ctr">
              <a:defRPr sz="27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다음에 무엇을 하겠습니까?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2E988149-3C9B-4D14-AFB4-C9E6C165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판단에서 멈추지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F9B2FD-F323-2D0A-D581-D6E61055F9A8}" type="slidenum">
              <a:t>33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C772385E-1A57-47A2-B923-695B8204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관리자의 다음 질문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E7DAD045-210F-4749-80B6-DE273B6E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PART B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000125" y="1524000"/>
          <a:ext xmlns:a="http://schemas.openxmlformats.org/drawingml/2006/main" cx="714375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953000"/>
              </a:tblGrid>
              <a:tr h="845344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질문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845344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벤더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무엇을 다시 요구할 것인가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45344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성과 기준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앞으로 무엇으로 측정할 것인가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845344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재무팀·생산팀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각각에게 무엇을 설명할 것인가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wk6-no-single-answer">
            <a:extLst xmlns:a="http://schemas.openxmlformats.org/drawingml/2006/main">
              <a:ext uri="{FF2B5EF4-FFF2-40B4-BE49-F238E27FC236}">
                <a16:creationId xmlns:a16="http://schemas.microsoft.com/office/drawing/2014/main" id="{8F0F1F63-04DB-48FF-9967-B6A7313A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43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정답은 하나가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C2EC43-E3B9-C9B0-67FF-5447EB7F3925}" type="slidenum">
              <a:t>34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038D1033-1B98-473F-9335-A8211857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한빛정밀과 세 조건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70A053A7-A68B-41E3-A2F4-E20D75AE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PART C · 2:20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04875" y="1524000"/>
          <a:ext xmlns:a="http://schemas.openxmlformats.org/drawingml/2006/main" cx="73342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5524500"/>
              </a:tblGrid>
              <a:tr h="857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한빛정밀에서 묻는 것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857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놓친 대상에 따라 손실이 어떻게 달라지는가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맞물림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도입 결정에 필요한 질문을 분석했는가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857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연결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벤더 재요구와 성과 측정으로 이어지는가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wk6-incomplete">
            <a:extLst xmlns:a="http://schemas.openxmlformats.org/drawingml/2006/main">
              <a:ext uri="{FF2B5EF4-FFF2-40B4-BE49-F238E27FC236}">
                <a16:creationId xmlns:a16="http://schemas.microsoft.com/office/drawing/2014/main" id="{20E6A12C-A0AA-4E26-B1D2-EAC6C2BD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한빛정밀의 92%는 틀린 값이 아니라 불완전한 값이었습니다.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4FA566-8B12-6DD2-DDB5-FA6393938FB6}" type="slidenum">
              <a:t>35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CC0FFF5F-FE79-4F25-BA2E-F6384080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감독의 출발점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40D51B71-2B3A-4947-BC71-6D2B684B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PART C · 2:30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2B9FA778-CEC9-406D-9AD3-DE144BD1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정확한가가 아니라, 좋은가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6B74B1D7-C462-42B9-BB41-8ABFDEA4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좋은 분석의 기준을 손에 쥐어야 AI가 만든 분석을 감독할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9A338D-B192-3127-EB9A-53A2665A0BB7}" type="slidenum">
              <a:t>36</a:t>
            </a:fld>
            <a:endParaRPr/>
          </a:p>
        </p:txBody>
      </p:sp>
      <p:sp>
        <p:nvSpPr>
          <p:cNvPr id="3" name="wk6-title">
            <a:extLst xmlns:a="http://schemas.openxmlformats.org/drawingml/2006/main">
              <a:ext uri="{FF2B5EF4-FFF2-40B4-BE49-F238E27FC236}">
                <a16:creationId xmlns:a16="http://schemas.microsoft.com/office/drawing/2014/main" id="{A151CF9A-5AAB-4ADC-89C6-4AD98419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다음 주</a:t>
            </a:r>
          </a:p>
        </p:txBody>
      </p:sp>
      <p:sp>
        <p:nvSpPr>
          <p:cNvPr id="4" name="wk6-section">
            <a:extLst xmlns:a="http://schemas.openxmlformats.org/drawingml/2006/main">
              <a:ext uri="{FF2B5EF4-FFF2-40B4-BE49-F238E27FC236}">
                <a16:creationId xmlns:a16="http://schemas.microsoft.com/office/drawing/2014/main" id="{316F065D-8F95-4FDA-A61C-4C0CCA75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PART C · 2:35</a:t>
            </a:r>
          </a:p>
        </p:txBody>
      </p:sp>
      <p:sp>
        <p:nvSpPr>
          <p:cNvPr id="5" name="wk6-quote">
            <a:extLst xmlns:a="http://schemas.openxmlformats.org/drawingml/2006/main">
              <a:ext uri="{FF2B5EF4-FFF2-40B4-BE49-F238E27FC236}">
                <a16:creationId xmlns:a16="http://schemas.microsoft.com/office/drawing/2014/main" id="{4A3641C8-643D-45A4-87AD-4E6D7FAA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복습과 중간고사</a:t>
            </a:r>
          </a:p>
        </p:txBody>
      </p:sp>
      <p:sp>
        <p:nvSpPr>
          <p:cNvPr id="6" name="wk6-quote-detail">
            <a:extLst xmlns:a="http://schemas.openxmlformats.org/drawingml/2006/main">
              <a:ext uri="{FF2B5EF4-FFF2-40B4-BE49-F238E27FC236}">
                <a16:creationId xmlns:a16="http://schemas.microsoft.com/office/drawing/2014/main" id="{5D71162A-5B4B-4CAE-82FD-89F07718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판단을 묻습니다, 계산이 아니라.</a:t>
            </a:r>
          </a:p>
          <a:p xmlns:a="http://schemas.openxmlformats.org/drawingml/2006/main">
            <a:pPr algn="ctr">
              <a:defRPr sz="1725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무엇이 문제인지, 결론을 받아들일 수 있는지, 무엇을 더 물어야 하는지를 답합니다.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theme/theme1.xml><?xml version="1.0" encoding="utf-8"?>
<a:theme xmlns:a="http://schemas.openxmlformats.org/drawingml/2006/main" name="Plaza">
  <a:themeElements>
    <a:clrScheme name="Plaza">
      <a:dk1>
        <a:sysClr val="windowText" lastClr="000000"/>
      </a:dk1>
      <a:lt1>
        <a:sysClr val="window" lastClr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Plaza">
      <a:majorFont>
        <a:latin typeface="Century Gothic"/>
        <a:ea typeface=""/>
        <a:cs typeface=""/>
        <a:font script="Jpan" typeface="メイリオ"/>
      </a:majorFont>
      <a:minorFont>
        <a:latin typeface="Century Gothic"/>
        <a:ea typeface=""/>
        <a:cs typeface=""/>
        <a:font script="Jpan" typeface="メイリオ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</a:schemeClr>
            </a:gs>
            <a:gs pos="100000">
              <a:schemeClr val="phClr">
                <a:tint val="100000"/>
                <a:shade val="100000"/>
                <a:satMod val="250000"/>
              </a:schemeClr>
            </a:gs>
          </a:gsLst>
          <a:lin ang="16200000" scaled="1"/>
        </a:gradFill>
      </a:fillStyleLst>
      <a:lnStyleLst>
        <a:ln w="12700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17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2026-09-11T04:41:44.8140000Z</dcterms:created>
  <dcterms:modified xsi:type="dcterms:W3CDTF">2026-09-11T04:41:44.8140000Z</dcterms:modified>
</coreProperties>
</file>