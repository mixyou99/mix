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19502925a4249" /><Relationship Type="http://schemas.openxmlformats.org/officeDocument/2006/relationships/extended-properties" Target="/docProps/app.xml" Id="R8a391de9aceb4f6f" /><Relationship Type="http://schemas.openxmlformats.org/officeDocument/2006/relationships/officeDocument" Target="/ppt/presentation.xml" Id="R2685c5f481da40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ddb890685248bc"/>
  </p:sldMasterIdLst>
  <p:notesMasterIdLst>
    <p:notesMasterId xmlns:r="http://schemas.openxmlformats.org/officeDocument/2006/relationships" r:id="Rd228ffb0df1140b6"/>
  </p:notesMasterIdLst>
  <p:sldIdLst>
    <p:sldId xmlns:r="http://schemas.openxmlformats.org/officeDocument/2006/relationships" id="256" r:id="Rcd20a714d6de4571"/>
    <p:sldId xmlns:r="http://schemas.openxmlformats.org/officeDocument/2006/relationships" id="257" r:id="Rff8f7663ee5849d3"/>
    <p:sldId xmlns:r="http://schemas.openxmlformats.org/officeDocument/2006/relationships" id="258" r:id="R32a3e286733b4c62"/>
    <p:sldId xmlns:r="http://schemas.openxmlformats.org/officeDocument/2006/relationships" id="259" r:id="R0ce9cb4f2b4e43e3"/>
    <p:sldId xmlns:r="http://schemas.openxmlformats.org/officeDocument/2006/relationships" id="260" r:id="R4ea62179366441f5"/>
    <p:sldId xmlns:r="http://schemas.openxmlformats.org/officeDocument/2006/relationships" id="261" r:id="Rdb02cd1bd80546aa"/>
    <p:sldId xmlns:r="http://schemas.openxmlformats.org/officeDocument/2006/relationships" id="262" r:id="R1ca4fb6fe6484e00"/>
    <p:sldId xmlns:r="http://schemas.openxmlformats.org/officeDocument/2006/relationships" id="263" r:id="R93f77f5073414eaa"/>
    <p:sldId xmlns:r="http://schemas.openxmlformats.org/officeDocument/2006/relationships" id="264" r:id="Rb95b4c1c70c548d7"/>
    <p:sldId xmlns:r="http://schemas.openxmlformats.org/officeDocument/2006/relationships" id="265" r:id="R4ac659d1800c4dd0"/>
    <p:sldId xmlns:r="http://schemas.openxmlformats.org/officeDocument/2006/relationships" id="266" r:id="R19593f6e48ee4ad9"/>
    <p:sldId xmlns:r="http://schemas.openxmlformats.org/officeDocument/2006/relationships" id="267" r:id="Re4ece9db7feb42c4"/>
    <p:sldId xmlns:r="http://schemas.openxmlformats.org/officeDocument/2006/relationships" id="268" r:id="R0dd003dda7c84366"/>
    <p:sldId xmlns:r="http://schemas.openxmlformats.org/officeDocument/2006/relationships" id="269" r:id="R72f0e640b45342c6"/>
    <p:sldId xmlns:r="http://schemas.openxmlformats.org/officeDocument/2006/relationships" id="270" r:id="R3e8b91a269754bd8"/>
    <p:sldId xmlns:r="http://schemas.openxmlformats.org/officeDocument/2006/relationships" id="271" r:id="R1eed0d3eb4674223"/>
    <p:sldId xmlns:r="http://schemas.openxmlformats.org/officeDocument/2006/relationships" id="272" r:id="R4fcf1a74a4f04dad"/>
    <p:sldId xmlns:r="http://schemas.openxmlformats.org/officeDocument/2006/relationships" id="273" r:id="Re2a2d31feaa94592"/>
    <p:sldId xmlns:r="http://schemas.openxmlformats.org/officeDocument/2006/relationships" id="274" r:id="R253ca0c7fb6c4371"/>
    <p:sldId xmlns:r="http://schemas.openxmlformats.org/officeDocument/2006/relationships" id="275" r:id="R9168c3e462494bc5"/>
    <p:sldId xmlns:r="http://schemas.openxmlformats.org/officeDocument/2006/relationships" id="276" r:id="R74579261df2b40e4"/>
    <p:sldId xmlns:r="http://schemas.openxmlformats.org/officeDocument/2006/relationships" id="277" r:id="Rebb86a5ac73942de"/>
    <p:sldId xmlns:r="http://schemas.openxmlformats.org/officeDocument/2006/relationships" id="278" r:id="R07eadcc7d65b4338"/>
    <p:sldId xmlns:r="http://schemas.openxmlformats.org/officeDocument/2006/relationships" id="279" r:id="R7fdbb6b3945044db"/>
    <p:sldId xmlns:r="http://schemas.openxmlformats.org/officeDocument/2006/relationships" id="280" r:id="Rff9de2a28bd04f71"/>
    <p:sldId xmlns:r="http://schemas.openxmlformats.org/officeDocument/2006/relationships" id="281" r:id="Rcdfd82ce0c704452"/>
    <p:sldId xmlns:r="http://schemas.openxmlformats.org/officeDocument/2006/relationships" id="282" r:id="Rad3739f3017c4cc2"/>
    <p:sldId xmlns:r="http://schemas.openxmlformats.org/officeDocument/2006/relationships" id="283" r:id="Rd85f4a0a3cd34954"/>
    <p:sldId xmlns:r="http://schemas.openxmlformats.org/officeDocument/2006/relationships" id="284" r:id="R23389aa5e2834e36"/>
    <p:sldId xmlns:r="http://schemas.openxmlformats.org/officeDocument/2006/relationships" id="285" r:id="Rd80cfc3f97f049a9"/>
    <p:sldId xmlns:r="http://schemas.openxmlformats.org/officeDocument/2006/relationships" id="286" r:id="R5d8e0085ab514222"/>
    <p:sldId xmlns:r="http://schemas.openxmlformats.org/officeDocument/2006/relationships" id="287" r:id="Rf27c648537c8422f"/>
    <p:sldId xmlns:r="http://schemas.openxmlformats.org/officeDocument/2006/relationships" id="288" r:id="R8a7c5cb7f1834473"/>
    <p:sldId xmlns:r="http://schemas.openxmlformats.org/officeDocument/2006/relationships" id="289" r:id="R3cd12bb2e22749cd"/>
    <p:sldId xmlns:r="http://schemas.openxmlformats.org/officeDocument/2006/relationships" id="290" r:id="Ree51c29f621b4774"/>
    <p:sldId xmlns:r="http://schemas.openxmlformats.org/officeDocument/2006/relationships" id="291" r:id="R74e1f24a5d5944f1"/>
    <p:sldId xmlns:r="http://schemas.openxmlformats.org/officeDocument/2006/relationships" id="292" r:id="R15832645c5304b41"/>
    <p:sldId xmlns:r="http://schemas.openxmlformats.org/officeDocument/2006/relationships" id="293" r:id="Ref06174435aa4c45"/>
    <p:sldId xmlns:r="http://schemas.openxmlformats.org/officeDocument/2006/relationships" id="294" r:id="Re0abf219a48b4fec"/>
    <p:sldId xmlns:r="http://schemas.openxmlformats.org/officeDocument/2006/relationships" id="295" r:id="R997217dbffe445a0"/>
    <p:sldId xmlns:r="http://schemas.openxmlformats.org/officeDocument/2006/relationships" id="296" r:id="R26bf2fb3352f4431"/>
    <p:sldId xmlns:r="http://schemas.openxmlformats.org/officeDocument/2006/relationships" id="297" r:id="R4be9e56cfdaf4e7f"/>
    <p:sldId xmlns:r="http://schemas.openxmlformats.org/officeDocument/2006/relationships" id="298" r:id="R6414f394827b499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3f7bb55373470d" /><Relationship Type="http://schemas.openxmlformats.org/officeDocument/2006/relationships/slideMaster" Target="/ppt/slideMasters/slideMaster1.xml" Id="R95ddb890685248bc" /><Relationship Type="http://schemas.openxmlformats.org/officeDocument/2006/relationships/notesMaster" Target="/ppt/notesMasters/notesMaster1.xml" Id="Rd228ffb0df1140b6" /><Relationship Type="http://schemas.openxmlformats.org/officeDocument/2006/relationships/presProps" Target="/ppt/presProps.xml" Id="R2aed490119514837" /><Relationship Type="http://schemas.openxmlformats.org/officeDocument/2006/relationships/viewProps" Target="/ppt/viewProps.xml" Id="Rf2d3f4bc8fd84af5" /><Relationship Type="http://schemas.openxmlformats.org/officeDocument/2006/relationships/tableStyles" Target="/ppt/tableStyles.xml" Id="R0e43e9535a994223" /><Relationship Type="http://schemas.openxmlformats.org/officeDocument/2006/relationships/slide" Target="/ppt/slides/slide1.xml" Id="Rcd20a714d6de4571" /><Relationship Type="http://schemas.openxmlformats.org/officeDocument/2006/relationships/slide" Target="/ppt/slides/slide2.xml" Id="Rff8f7663ee5849d3" /><Relationship Type="http://schemas.openxmlformats.org/officeDocument/2006/relationships/slide" Target="/ppt/slides/slide3.xml" Id="R32a3e286733b4c62" /><Relationship Type="http://schemas.openxmlformats.org/officeDocument/2006/relationships/slide" Target="/ppt/slides/slide4.xml" Id="R0ce9cb4f2b4e43e3" /><Relationship Type="http://schemas.openxmlformats.org/officeDocument/2006/relationships/slide" Target="/ppt/slides/slide5.xml" Id="R4ea62179366441f5" /><Relationship Type="http://schemas.openxmlformats.org/officeDocument/2006/relationships/slide" Target="/ppt/slides/slide6.xml" Id="Rdb02cd1bd80546aa" /><Relationship Type="http://schemas.openxmlformats.org/officeDocument/2006/relationships/slide" Target="/ppt/slides/slide7.xml" Id="R1ca4fb6fe6484e00" /><Relationship Type="http://schemas.openxmlformats.org/officeDocument/2006/relationships/slide" Target="/ppt/slides/slide8.xml" Id="R93f77f5073414eaa" /><Relationship Type="http://schemas.openxmlformats.org/officeDocument/2006/relationships/slide" Target="/ppt/slides/slide9.xml" Id="Rb95b4c1c70c548d7" /><Relationship Type="http://schemas.openxmlformats.org/officeDocument/2006/relationships/slide" Target="/ppt/slides/slide10.xml" Id="R4ac659d1800c4dd0" /><Relationship Type="http://schemas.openxmlformats.org/officeDocument/2006/relationships/slide" Target="/ppt/slides/slide11.xml" Id="R19593f6e48ee4ad9" /><Relationship Type="http://schemas.openxmlformats.org/officeDocument/2006/relationships/slide" Target="/ppt/slides/slide12.xml" Id="Re4ece9db7feb42c4" /><Relationship Type="http://schemas.openxmlformats.org/officeDocument/2006/relationships/slide" Target="/ppt/slides/slide13.xml" Id="R0dd003dda7c84366" /><Relationship Type="http://schemas.openxmlformats.org/officeDocument/2006/relationships/slide" Target="/ppt/slides/slide14.xml" Id="R72f0e640b45342c6" /><Relationship Type="http://schemas.openxmlformats.org/officeDocument/2006/relationships/slide" Target="/ppt/slides/slide15.xml" Id="R3e8b91a269754bd8" /><Relationship Type="http://schemas.openxmlformats.org/officeDocument/2006/relationships/slide" Target="/ppt/slides/slide16.xml" Id="R1eed0d3eb4674223" /><Relationship Type="http://schemas.openxmlformats.org/officeDocument/2006/relationships/slide" Target="/ppt/slides/slide17.xml" Id="R4fcf1a74a4f04dad" /><Relationship Type="http://schemas.openxmlformats.org/officeDocument/2006/relationships/slide" Target="/ppt/slides/slide18.xml" Id="Re2a2d31feaa94592" /><Relationship Type="http://schemas.openxmlformats.org/officeDocument/2006/relationships/slide" Target="/ppt/slides/slide19.xml" Id="R253ca0c7fb6c4371" /><Relationship Type="http://schemas.openxmlformats.org/officeDocument/2006/relationships/slide" Target="/ppt/slides/slide20.xml" Id="R9168c3e462494bc5" /><Relationship Type="http://schemas.openxmlformats.org/officeDocument/2006/relationships/slide" Target="/ppt/slides/slide21.xml" Id="R74579261df2b40e4" /><Relationship Type="http://schemas.openxmlformats.org/officeDocument/2006/relationships/slide" Target="/ppt/slides/slide22.xml" Id="Rebb86a5ac73942de" /><Relationship Type="http://schemas.openxmlformats.org/officeDocument/2006/relationships/slide" Target="/ppt/slides/slide23.xml" Id="R07eadcc7d65b4338" /><Relationship Type="http://schemas.openxmlformats.org/officeDocument/2006/relationships/slide" Target="/ppt/slides/slide24.xml" Id="R7fdbb6b3945044db" /><Relationship Type="http://schemas.openxmlformats.org/officeDocument/2006/relationships/slide" Target="/ppt/slides/slide25.xml" Id="Rff9de2a28bd04f71" /><Relationship Type="http://schemas.openxmlformats.org/officeDocument/2006/relationships/slide" Target="/ppt/slides/slide26.xml" Id="Rcdfd82ce0c704452" /><Relationship Type="http://schemas.openxmlformats.org/officeDocument/2006/relationships/slide" Target="/ppt/slides/slide27.xml" Id="Rad3739f3017c4cc2" /><Relationship Type="http://schemas.openxmlformats.org/officeDocument/2006/relationships/slide" Target="/ppt/slides/slide28.xml" Id="Rd85f4a0a3cd34954" /><Relationship Type="http://schemas.openxmlformats.org/officeDocument/2006/relationships/slide" Target="/ppt/slides/slide29.xml" Id="R23389aa5e2834e36" /><Relationship Type="http://schemas.openxmlformats.org/officeDocument/2006/relationships/slide" Target="/ppt/slides/slide30.xml" Id="Rd80cfc3f97f049a9" /><Relationship Type="http://schemas.openxmlformats.org/officeDocument/2006/relationships/slide" Target="/ppt/slides/slide31.xml" Id="R5d8e0085ab514222" /><Relationship Type="http://schemas.openxmlformats.org/officeDocument/2006/relationships/slide" Target="/ppt/slides/slide32.xml" Id="Rf27c648537c8422f" /><Relationship Type="http://schemas.openxmlformats.org/officeDocument/2006/relationships/slide" Target="/ppt/slides/slide33.xml" Id="R8a7c5cb7f1834473" /><Relationship Type="http://schemas.openxmlformats.org/officeDocument/2006/relationships/slide" Target="/ppt/slides/slide34.xml" Id="R3cd12bb2e22749cd" /><Relationship Type="http://schemas.openxmlformats.org/officeDocument/2006/relationships/slide" Target="/ppt/slides/slide35.xml" Id="Ree51c29f621b4774" /><Relationship Type="http://schemas.openxmlformats.org/officeDocument/2006/relationships/slide" Target="/ppt/slides/slide36.xml" Id="R74e1f24a5d5944f1" /><Relationship Type="http://schemas.openxmlformats.org/officeDocument/2006/relationships/slide" Target="/ppt/slides/slide37.xml" Id="R15832645c5304b41" /><Relationship Type="http://schemas.openxmlformats.org/officeDocument/2006/relationships/slide" Target="/ppt/slides/slide38.xml" Id="Ref06174435aa4c45" /><Relationship Type="http://schemas.openxmlformats.org/officeDocument/2006/relationships/slide" Target="/ppt/slides/slide39.xml" Id="Re0abf219a48b4fec" /><Relationship Type="http://schemas.openxmlformats.org/officeDocument/2006/relationships/slide" Target="/ppt/slides/slide40.xml" Id="R997217dbffe445a0" /><Relationship Type="http://schemas.openxmlformats.org/officeDocument/2006/relationships/slide" Target="/ppt/slides/slide41.xml" Id="R26bf2fb3352f4431" /><Relationship Type="http://schemas.openxmlformats.org/officeDocument/2006/relationships/slide" Target="/ppt/slides/slide42.xml" Id="R4be9e56cfdaf4e7f" /><Relationship Type="http://schemas.openxmlformats.org/officeDocument/2006/relationships/slide" Target="/ppt/slides/slide43.xml" Id="R6414f394827b49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e94feab3f7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eme1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7ee21cdd444878" /><Relationship Type="http://schemas.openxmlformats.org/officeDocument/2006/relationships/notesMaster" Target="/ppt/notesMasters/notesMaster1.xml" Id="R5d3053c624a147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bdeeaed4f64470" /><Relationship Type="http://schemas.openxmlformats.org/officeDocument/2006/relationships/notesMaster" Target="/ppt/notesMasters/notesMaster1.xml" Id="R8f61e77c6c7e4c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cf4c964acb4e7b" /><Relationship Type="http://schemas.openxmlformats.org/officeDocument/2006/relationships/notesMaster" Target="/ppt/notesMasters/notesMaster1.xml" Id="R2f84c020e9c94a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f758c801de479f" /><Relationship Type="http://schemas.openxmlformats.org/officeDocument/2006/relationships/notesMaster" Target="/ppt/notesMasters/notesMaster1.xml" Id="R392adf3e11c24d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6e06c8e1cd420c" /><Relationship Type="http://schemas.openxmlformats.org/officeDocument/2006/relationships/notesMaster" Target="/ppt/notesMasters/notesMaster1.xml" Id="R068ad510fb0541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0a24b79a0345d4" /><Relationship Type="http://schemas.openxmlformats.org/officeDocument/2006/relationships/notesMaster" Target="/ppt/notesMasters/notesMaster1.xml" Id="R4cd4745eaea34e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4bc1b998654ca2" /><Relationship Type="http://schemas.openxmlformats.org/officeDocument/2006/relationships/notesMaster" Target="/ppt/notesMasters/notesMaster1.xml" Id="Rccf2b469722147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b52bbb435242fe" /><Relationship Type="http://schemas.openxmlformats.org/officeDocument/2006/relationships/notesMaster" Target="/ppt/notesMasters/notesMaster1.xml" Id="R8082fbf0ad294b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03374873f648b5" /><Relationship Type="http://schemas.openxmlformats.org/officeDocument/2006/relationships/notesMaster" Target="/ppt/notesMasters/notesMaster1.xml" Id="R24b7f05545e940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a24467be814668" /><Relationship Type="http://schemas.openxmlformats.org/officeDocument/2006/relationships/notesMaster" Target="/ppt/notesMasters/notesMaster1.xml" Id="Rf253c4d3934645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643d1f05da433b" /><Relationship Type="http://schemas.openxmlformats.org/officeDocument/2006/relationships/notesMaster" Target="/ppt/notesMasters/notesMaster1.xml" Id="Rb1619b764ca74e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32f29ca08f4839" /><Relationship Type="http://schemas.openxmlformats.org/officeDocument/2006/relationships/notesMaster" Target="/ppt/notesMasters/notesMaster1.xml" Id="R0e122fcbce004a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c7cc205fbd445f" /><Relationship Type="http://schemas.openxmlformats.org/officeDocument/2006/relationships/notesMaster" Target="/ppt/notesMasters/notesMaster1.xml" Id="R4b1596b9d2a448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63fc0718294f31" /><Relationship Type="http://schemas.openxmlformats.org/officeDocument/2006/relationships/notesMaster" Target="/ppt/notesMasters/notesMaster1.xml" Id="R41006d396caf40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70bee211648496f" /><Relationship Type="http://schemas.openxmlformats.org/officeDocument/2006/relationships/notesMaster" Target="/ppt/notesMasters/notesMaster1.xml" Id="R26a8f26f3ea64e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d1c441cb476466a" /><Relationship Type="http://schemas.openxmlformats.org/officeDocument/2006/relationships/notesMaster" Target="/ppt/notesMasters/notesMaster1.xml" Id="R3e6858b8dbf44d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1eac73ab2647b9" /><Relationship Type="http://schemas.openxmlformats.org/officeDocument/2006/relationships/notesMaster" Target="/ppt/notesMasters/notesMaster1.xml" Id="R3ede9f0b11434a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f3920a087c4bdd" /><Relationship Type="http://schemas.openxmlformats.org/officeDocument/2006/relationships/notesMaster" Target="/ppt/notesMasters/notesMaster1.xml" Id="R7c6fad3bc35943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61218471a243a9" /><Relationship Type="http://schemas.openxmlformats.org/officeDocument/2006/relationships/notesMaster" Target="/ppt/notesMasters/notesMaster1.xml" Id="R4d2f66633bc0480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4ca7fda40941b4" /><Relationship Type="http://schemas.openxmlformats.org/officeDocument/2006/relationships/notesMaster" Target="/ppt/notesMasters/notesMaster1.xml" Id="R5f26df2ace7443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fab70a06ad4d1e" /><Relationship Type="http://schemas.openxmlformats.org/officeDocument/2006/relationships/notesMaster" Target="/ppt/notesMasters/notesMaster1.xml" Id="R80a6e436e9004b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8af74a664446cb" /><Relationship Type="http://schemas.openxmlformats.org/officeDocument/2006/relationships/notesMaster" Target="/ppt/notesMasters/notesMaster1.xml" Id="R53dfbc662e894a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90be89843f4c1f" /><Relationship Type="http://schemas.openxmlformats.org/officeDocument/2006/relationships/notesMaster" Target="/ppt/notesMasters/notesMaster1.xml" Id="R615920fdd81848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4ef6006631f4431" /><Relationship Type="http://schemas.openxmlformats.org/officeDocument/2006/relationships/notesMaster" Target="/ppt/notesMasters/notesMaster1.xml" Id="Rb913804878464a8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171833a7d2d4e4a" /><Relationship Type="http://schemas.openxmlformats.org/officeDocument/2006/relationships/notesMaster" Target="/ppt/notesMasters/notesMaster1.xml" Id="R22509ee52e08454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2b717bf878e4079" /><Relationship Type="http://schemas.openxmlformats.org/officeDocument/2006/relationships/notesMaster" Target="/ppt/notesMasters/notesMaster1.xml" Id="Rc7e2be93c91843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2edadb079c84fc9" /><Relationship Type="http://schemas.openxmlformats.org/officeDocument/2006/relationships/notesMaster" Target="/ppt/notesMasters/notesMaster1.xml" Id="Rf79d388b482b478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3b0fb239ea46b2" /><Relationship Type="http://schemas.openxmlformats.org/officeDocument/2006/relationships/notesMaster" Target="/ppt/notesMasters/notesMaster1.xml" Id="Rd5641571054f4be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aa98901f114dd7" /><Relationship Type="http://schemas.openxmlformats.org/officeDocument/2006/relationships/notesMaster" Target="/ppt/notesMasters/notesMaster1.xml" Id="Rb666ce2b905b46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bb0951eb414c27" /><Relationship Type="http://schemas.openxmlformats.org/officeDocument/2006/relationships/notesMaster" Target="/ppt/notesMasters/notesMaster1.xml" Id="R2a69a16d68a84dd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c53279200514406" /><Relationship Type="http://schemas.openxmlformats.org/officeDocument/2006/relationships/notesMaster" Target="/ppt/notesMasters/notesMaster1.xml" Id="R95b44437315a43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4eb6b1f8429498a" /><Relationship Type="http://schemas.openxmlformats.org/officeDocument/2006/relationships/notesMaster" Target="/ppt/notesMasters/notesMaster1.xml" Id="Rbaa320084d0c49f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f436ec2fb384a83" /><Relationship Type="http://schemas.openxmlformats.org/officeDocument/2006/relationships/notesMaster" Target="/ppt/notesMasters/notesMaster1.xml" Id="Re5969abc3aba4b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f872b11f7ab4e46" /><Relationship Type="http://schemas.openxmlformats.org/officeDocument/2006/relationships/notesMaster" Target="/ppt/notesMasters/notesMaster1.xml" Id="R3978d48ca01b460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30b1e42ea334458" /><Relationship Type="http://schemas.openxmlformats.org/officeDocument/2006/relationships/notesMaster" Target="/ppt/notesMasters/notesMaster1.xml" Id="Rdaa1be60ad234d6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64cc71b45a74504" /><Relationship Type="http://schemas.openxmlformats.org/officeDocument/2006/relationships/notesMaster" Target="/ppt/notesMasters/notesMaster1.xml" Id="R20b989e7bd244e2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842562d1b4e43f6" /><Relationship Type="http://schemas.openxmlformats.org/officeDocument/2006/relationships/notesMaster" Target="/ppt/notesMasters/notesMaster1.xml" Id="R7b195343f2c74e0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c91764483de4e20" /><Relationship Type="http://schemas.openxmlformats.org/officeDocument/2006/relationships/notesMaster" Target="/ppt/notesMasters/notesMaster1.xml" Id="R29dcb49144464db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efc0f82380f4f5b" /><Relationship Type="http://schemas.openxmlformats.org/officeDocument/2006/relationships/notesMaster" Target="/ppt/notesMasters/notesMaster1.xml" Id="R02929d9bc16a401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886b1cdb7454d9e" /><Relationship Type="http://schemas.openxmlformats.org/officeDocument/2006/relationships/notesMaster" Target="/ppt/notesMasters/notesMaster1.xml" Id="Rca2c23422de442b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a670be51f7c4322" /><Relationship Type="http://schemas.openxmlformats.org/officeDocument/2006/relationships/notesMaster" Target="/ppt/notesMasters/notesMaster1.xml" Id="R84ae49e43793423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fedd55ef51444be" /><Relationship Type="http://schemas.openxmlformats.org/officeDocument/2006/relationships/notesMaster" Target="/ppt/notesMasters/notesMaster1.xml" Id="R821cd08f3f78471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9f3315f255d4d59" /><Relationship Type="http://schemas.openxmlformats.org/officeDocument/2006/relationships/notesMaster" Target="/ppt/notesMasters/notesMaster1.xml" Id="R56f1b2ba128642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 | mapping: R1 | class: revise | sourceSlides: 2 | sourceRefs: KMB78,DESIGN,S_B1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 | mapping: N2 | class: new | sourceSlides: none | sourceRefs: DESIGN,S_B1,S_CASE,I_SCRIPT,I_DISC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 | mapping: N3 | class: new | sourceSlides: none | sourceRefs: W1,S_B1 | reveal: W1-X canonical exposure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4 | mapping: N4 | class: new | sourceSlides: none | sourceRefs: S_B1,DESIGN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5 | mapping: R5 | class: revise | sourceSlides: 3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6 | mapping: N6 | class: new | sourceSlides: none | sourceRefs: S_B1,DESIGN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7 | mapping: R7 | class: revise | sourceSlides: 4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8 | mapping: R8 | class: revise | sourceSlides: 6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9 | mapping: R9 | class: revise | sourceSlides: 7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10 | mapping: N10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11 | mapping: N11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12 | mapping: N12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13 | mapping: N13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14 | mapping: N14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15 | mapping: N15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16 | mapping: N16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17 | mapping: N17 | class: new | sourceSlides: none | sourceRefs: S_B1 | reveal: generic only; no Airbnb answer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18 | mapping: R18 | class: revise | sourceSlides: 34,35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19 | mapping: R19 | class: revise | sourceSlides: 37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20 | mapping: R20 | class: revise | sourceSlides: KMB38,KMB60,BUSS37,BUSS38 | sourceRefs: KMB78,BUSS55,S_B1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21 | mapping: N21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22 | mapping: R22 | class: revise | sourceSlides: BUSS42,BUSS44 | sourceRefs: BUSS55,S_B1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23 | mapping: R23 | class: revise | sourceSlides: BUSS40 | sourceRefs: BUSS55,S_B1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24 | mapping: N24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25 | mapping: R25 | class: revise | sourceSlides: 59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26 | mapping: R26 | class: revise | sourceSlides: 60 | sourceRefs: KMB78,S_B1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27 | mapping: N27 | class: new | sourceSlides: none | sourceRefs: KMB78,S_B1,DESIGN | reveal: question only; decision withheld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28 | mapping: N28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29 | mapping: N29 | class: new | sourceSlides: none | sourceRefs: S_B1 | reveal: generic leakage tool; no case answer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30 | mapping: N30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31 | mapping: N31 | class: new | sourceSlides: none | sourceRefs: S_B1,KMB78,DESIGN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32 | mapping: N32 | class: new | sourceSlides: none | sourceRefs: S_B1 | reveal: questions only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33 | mapping: N33 | class: new | sourceSlides: none | sourceRefs: S_B1,KMB78,DESIGN | reveal: questions only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34 | mapping: N34 | class: new | sourceSlides: none | sourceRefs: S_B1 | reveal: normal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35 | mapping: N35 | class: new | sourceSlides: none | sourceRefs: S_B1,S_CASE,DESIGN | reveal: case transition; no answer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36 | mapping: N36 | class: new | sourceSlides: none | sourceRefs: S_CASE,DESIGN | reveal: surface lure; case handout distributed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37 | mapping: N37 | class: new | sourceSlides: none | sourceRefs: S_CASE | reveal: raw case facts; derived majority answer withheld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38 | mapping: N38 | class: new | sourceSlides: none | sourceRefs: S_CASE,S_AI,I_SCRIPT | reveal: AI claims only; no answer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39 | mapping: N39 | class: new | sourceSlides: none | sourceRefs: S_AI,I_AI | reveal: figD absent; title and position only | placeholder: true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40 | mapping: N40 | class: new | sourceSlides: none | sourceRefs: I_SCRIPT,S_AI,S_CASE | reveal: questions and stop; script answer lines withheld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41 | mapping: N41 | class: new | sourceSlides: none | sourceRefs: S_AI,S_WS,I_SCRIPT | reveal: student discovery; no answer on screen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42 | mapping: N42 | class: new | sourceSlides: none | sourceRefs: S_WS,KMB78,I_SCRIPT | reveal: student calculation; answers withheld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KMB689 Wk11 | slide: 43 | mapping: N43 | class: new | sourceSlides: none | sourceRefs: I_AI,I_DISC,S_WS,S_CASE | reveal: first answer reveal after student discovery | placeholder: false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676d1f9c74f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5c7cf695344e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5010227d84d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cd3062f154a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9b6e5cfe1341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a9a9e46bb42b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bca3b1be1491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3d04026df4a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590d8475d144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5442e0be444ec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e7380fb3144b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0664452bb447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13A884-69C6-4492-8404-12F6F54A41B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C412865-16FC-4F58-A54E-53CBA57699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8D6509-2BFB-47CE-8424-791025C27B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705AE00-62F9-4143-993B-1863C8C022E8}" type="datetime1">
              <a:t>5/26/2025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00CE68F-DCA6-4A37-82AD-8E82205E18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6DD4107-CB40-4403-A940-2A0C0307C1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C28E9E4-895D-4670-9E80-3D9F25DEC05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C276D4-FC31-4372-BBDB-82430D38D1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EAB0EB-5FB8-4223-9E97-CDDF482003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>
                <a:latin typeface="Times New Roman"/>
                <a:ea typeface="Times New Roman"/>
                <a:cs typeface="Times New Roman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16830C-DD27-4457-B48C-DBC8AE1C9C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88D0D81E-17DE-448F-8B6C-A479E395BFD4}" type="datetime1">
              <a:t>5/26/2025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2FE5F76-3D95-436A-8F4A-FEE818002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EDF4ACE-5265-4952-9401-8E2A162DED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71E1124-AAFE-4B32-88E7-E05AC4DCCFC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113D74-42CF-475E-B384-98A7AC5F4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9C52C58-9497-4D9E-93E0-3431273D7F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850B24-BC29-412A-8CC0-8E2813B58E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1423F2F-C7EB-46D3-BBD9-C5D0D0E50C64}" type="datetime1">
              <a:t>5/26/2025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162BFEB-263C-4680-BF1F-6BF1B6B02D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7754E8B-E9B3-4DA8-B42C-0D00E1EE5D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B5C51C9-2712-4E97-A7FF-63EFF4854C8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6B4FEB-5678-47A3-A84F-2A948FF82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7251626-5420-4BD4-B2B4-7D2038E5C8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858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86265E9-DDBE-4E34-9A92-614BD2A13CD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981200"/>
            <a:ext cx="3810000" cy="4114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A287BFB-DBC9-49B6-8DD3-A7A875C0AC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44D10BC0-9F06-40AD-B43C-7E5F01932528}" type="datetime1">
              <a:t>5/26/2025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F785BDD-2E94-4CF5-87B9-12564F3135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ABF8CA-DCA7-451D-9EFB-DA4B7AA5DC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04F8522-CE31-448D-B08A-6F6EE6C3EC6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603BB47-10D2-4A04-ABF2-A2CD242F7B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651C11-67B2-490F-80A4-9B34EEFFBA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EC17AAA-1190-4C3C-B521-23D9796EB5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1CD8986-E864-46EA-9FD3-25F3273E749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D658A93-3C48-4623-BB55-537D5A57A2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48B37B-D8AD-4E71-BECC-CD4066D8BB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F2382B94-6D91-414F-8EDA-6FF84FC5DAB8}" type="datetime1">
              <a:t>5/26/2025</a:t>
            </a:fld>
            <a:endParaRPr/>
          </a:p>
        </p:txBody>
      </p:sp>
      <p:sp>
        <p:nvSpPr>
          <p:cNvPr id="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259B188-7FD3-431C-82FA-BFC68EB6B1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9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1DC8D12-469E-45D3-A3AB-E5547CC5D4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A6D487E-BDEE-4851-86A5-17A3311FDCC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4F4965-C1F6-4F00-A6B2-E7C5400A5A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D56D9C-BEE3-4FB3-9C66-E5F3491AC9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A19C79D2-A963-4E0F-A1FB-31B269CC0109}" type="datetime1">
              <a:t>5/26/2025</a:t>
            </a:fld>
            <a:endParaRPr/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64CD8E-5757-420C-AE42-55EA7F4A7B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020D63B-25D7-492D-9E6E-30534B72F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828D00C-05D5-46F6-B663-D90FF7CE71D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BD0353E-DDAF-44EA-A1A1-622CB98E0C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BCDF9E83-24E7-45DD-98B5-550F253CB679}" type="datetime1">
              <a:t>5/26/2025</a:t>
            </a:fld>
            <a:endParaRPr/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C927D10-CD5C-43BA-A5A4-DD7CE69DEA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90D7A79-E6DE-4E85-A160-3F64F3A860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9F00D36F-BE95-4673-AB59-2082A0514CD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9877BF-B178-4086-AA71-E7901A3848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A9CC00-EDE9-4716-842B-47C5C899D0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4AD02E8-F62F-48C3-9540-950E3470EE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F3EC05F-9693-41DF-8C56-0BA078C623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FE4C570-C314-4DC3-9E5C-FCE90EB939F7}" type="datetime1">
              <a:t>5/26/2025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5E2D06E-CFC3-4388-A936-5C30C7E390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55A8519-1816-482B-B0CE-7436E9E5E6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5D385BBD-D4B0-49A5-BBD8-AE5B5D692CA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05D66F-AB95-4E7D-95E9-94CCCE784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312BA3A-76D3-4BA8-B7B8-85C320C1754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17D76A9-7272-4784-B4F4-AB3F756B0F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14DC905-2A38-47EF-B2D0-56482D5E1D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62374550-06E6-4808-B1F6-E1B604477A26}" type="datetime1">
              <a:t>5/26/2025</a:t>
            </a:fld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E2242F7-4703-4434-A51A-3C49EB5BC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ABDDC5D-5859-412B-A0BE-4C14AA6B85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FF0854A-3F07-4B4E-9E99-DDEEDBA0C1D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D88202-F94F-4955-92CF-7ACD983A8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9DC298-97EA-43FC-9D00-A339F9C92E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3239B1-E974-47BF-925C-A636F98B8D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7092444D-9CB4-46D2-97C9-D32E3340B2C9}" type="datetime1">
              <a:t>5/26/2025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A75672A-05B7-4850-B9FF-D2D92B0BF3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92C33BC-ED7D-4170-A53D-388BD17146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18142467-FF3D-4801-90BD-851D69D8B16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D223382-98C5-44C7-8CEB-7D257E685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15100" y="609600"/>
            <a:ext cx="19431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5384F34-BE32-45A5-B8A8-DA82C3D1CD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609600"/>
            <a:ext cx="5676900" cy="54864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F572B1D-DA2F-425C-B1A9-A7F6A34460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0C4AFD5A-FCDE-446B-AE9D-4074EBFE56A7}" type="datetime1">
              <a:t>5/26/2025</a:t>
            </a:fld>
            <a:endParaRPr/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1BBABE2-428D-4E87-8FEA-41C9A67095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226D6C7-EE40-4336-8B98-ECCD9D4F21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fld id="{CF4057F2-67D6-40D1-805F-9945AC9DB925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Title, Text, and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1861D1-77C5-4EA5-AE83-C0663541C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7813"/>
            <a:ext cx="8229600" cy="11398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42CAA4D-86C8-44F1-8F9E-B5F6CBD189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30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DEFD449-9DEA-41AE-BF8F-D5863399C82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21891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55ACAF82-86DE-42AB-AE6F-2F1DE24667A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648200" y="3941763"/>
            <a:ext cx="4038600" cy="21891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1F02AD40-DD17-48EA-8FC2-2DA47D32DE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248400"/>
            <a:ext cx="21336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12F10995-E045-4066-B7FE-5996BF45DA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248400"/>
            <a:ext cx="28956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2312999B-07F0-43D0-A2FF-50B6FEF3A6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248400"/>
            <a:ext cx="2133600" cy="4572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20DEC1F-F1EE-4113-AE11-20F213C165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ecb14b7eba8b42c1" /><Relationship Type="http://schemas.openxmlformats.org/officeDocument/2006/relationships/theme" Target="/ppt/slideMasters/theme/theme2.xml" Id="Rb6b8c3ecce6a42d8" /><Relationship Type="http://schemas.openxmlformats.org/officeDocument/2006/relationships/slideLayout" Target="/ppt/slideLayouts/slideLayout1.xml" Id="R01777c6698c04a30" /><Relationship Type="http://schemas.openxmlformats.org/officeDocument/2006/relationships/slideLayout" Target="/ppt/slideLayouts/slideLayout2.xml" Id="R22735ba94ed94871" /><Relationship Type="http://schemas.openxmlformats.org/officeDocument/2006/relationships/slideLayout" Target="/ppt/slideLayouts/slideLayout3.xml" Id="R6ec1b8a54e084ca6" /><Relationship Type="http://schemas.openxmlformats.org/officeDocument/2006/relationships/slideLayout" Target="/ppt/slideLayouts/slideLayout4.xml" Id="R21bfbc342cc94b24" /><Relationship Type="http://schemas.openxmlformats.org/officeDocument/2006/relationships/slideLayout" Target="/ppt/slideLayouts/slideLayout5.xml" Id="Rd02e4c187f274c06" /><Relationship Type="http://schemas.openxmlformats.org/officeDocument/2006/relationships/slideLayout" Target="/ppt/slideLayouts/slideLayout6.xml" Id="R817b053c035d49eb" /><Relationship Type="http://schemas.openxmlformats.org/officeDocument/2006/relationships/slideLayout" Target="/ppt/slideLayouts/slideLayout7.xml" Id="Re87af9606ce04f17" /><Relationship Type="http://schemas.openxmlformats.org/officeDocument/2006/relationships/slideLayout" Target="/ppt/slideLayouts/slideLayout8.xml" Id="Rf54f6de01a784883" /><Relationship Type="http://schemas.openxmlformats.org/officeDocument/2006/relationships/slideLayout" Target="/ppt/slideLayouts/slideLayout9.xml" Id="Rab41775d52c24993" /><Relationship Type="http://schemas.openxmlformats.org/officeDocument/2006/relationships/slideLayout" Target="/ppt/slideLayouts/slideLayout10.xml" Id="R3a2aa54bc8364cdb" /><Relationship Type="http://schemas.openxmlformats.org/officeDocument/2006/relationships/slideLayout" Target="/ppt/slideLayouts/slideLayout11.xml" Id="R3fb868a25fd742d6" /><Relationship Type="http://schemas.openxmlformats.org/officeDocument/2006/relationships/slideLayout" Target="/ppt/slideLayouts/slideLayout12.xml" Id="R529fd4718bd9493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EE2B9B-6D4C-4B5A-9E06-32A5FE01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609600"/>
            <a:ext cx="7772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15FF938-8F52-478B-9124-37F61B4942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81200"/>
            <a:ext cx="7772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28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EB9D22-9A16-49AC-B92C-6AB26BD2E70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5800" y="62484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fld id="{82D9017C-BF38-4B2C-9089-C6E23524F360}" type="datetime1">
              <a:t>5/26/2025</a:t>
            </a:fld>
            <a:endParaRPr/>
          </a:p>
        </p:txBody>
      </p:sp>
      <p:sp>
        <p:nvSpPr>
          <p:cNvPr id="102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44C2AC5-3E72-412C-AF42-EA923077D6E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667000" y="6248400"/>
            <a:ext cx="335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ct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1030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08DDCCA-260E-479A-9948-68D01D4750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019800" y="62484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400" baseline="0">
                <a:latin typeface="Helvetica Neue Light"/>
                <a:ea typeface="Helvetica Neue Light"/>
                <a:cs typeface="Helvetica Neue Light"/>
              </a:defRPr>
            </a:lvl1pPr>
          </a:lstStyle>
          <a:p xmlns:a="http://schemas.openxmlformats.org/drawingml/2006/main">
            <a:pPr>
              <a:buNone/>
            </a:pPr>
            <a:fld id="{18540362-08EC-4306-AD82-9A254CBD4EAB}" type="slidenum">
              <a:t>‹#›</a:t>
            </a:fld>
            <a:endParaRPr/>
          </a:p>
        </p:txBody>
      </p:sp>
      <p:pic>
        <p:nvPicPr>
          <p:cNvPr id="10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14b7eba8b42c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3888" y="6189663"/>
            <a:ext cx="728662" cy="6111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777c6698c04a30"/>
    <p:sldLayoutId xmlns:r="http://schemas.openxmlformats.org/officeDocument/2006/relationships" id="2147483650" r:id="R22735ba94ed94871"/>
    <p:sldLayoutId xmlns:r="http://schemas.openxmlformats.org/officeDocument/2006/relationships" id="2147483651" r:id="R6ec1b8a54e084ca6"/>
    <p:sldLayoutId xmlns:r="http://schemas.openxmlformats.org/officeDocument/2006/relationships" id="2147483652" r:id="R21bfbc342cc94b24"/>
    <p:sldLayoutId xmlns:r="http://schemas.openxmlformats.org/officeDocument/2006/relationships" id="2147483653" r:id="Rd02e4c187f274c06"/>
    <p:sldLayoutId xmlns:r="http://schemas.openxmlformats.org/officeDocument/2006/relationships" id="2147483654" r:id="R817b053c035d49eb"/>
    <p:sldLayoutId xmlns:r="http://schemas.openxmlformats.org/officeDocument/2006/relationships" id="2147483655" r:id="Re87af9606ce04f17"/>
    <p:sldLayoutId xmlns:r="http://schemas.openxmlformats.org/officeDocument/2006/relationships" id="2147483656" r:id="Rf54f6de01a784883"/>
    <p:sldLayoutId xmlns:r="http://schemas.openxmlformats.org/officeDocument/2006/relationships" id="2147483657" r:id="Rab41775d52c24993"/>
    <p:sldLayoutId xmlns:r="http://schemas.openxmlformats.org/officeDocument/2006/relationships" id="2147483658" r:id="R3a2aa54bc8364cdb"/>
    <p:sldLayoutId xmlns:r="http://schemas.openxmlformats.org/officeDocument/2006/relationships" id="2147483659" r:id="R3fb868a25fd742d6"/>
    <p:sldLayoutId xmlns:r="http://schemas.openxmlformats.org/officeDocument/2006/relationships" id="2147483660" r:id="R529fd4718bd94932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3600" b="1">
          <a:solidFill>
            <a:schemeClr val="tx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6pPr>
      <a:lvl7pPr xmlns:a="http://schemas.openxmlformats.org/drawingml/2006/main" marL="9144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7pPr>
      <a:lvl8pPr xmlns:a="http://schemas.openxmlformats.org/drawingml/2006/main" marL="13716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8pPr>
      <a:lvl9pPr xmlns:a="http://schemas.openxmlformats.org/drawingml/2006/main" marL="1828800" algn="l">
        <a:spcBef>
          <a:spcPct val="0"/>
        </a:spcBef>
        <a:spcAft>
          <a:spcPct val="0"/>
        </a:spcAft>
        <a:buNone/>
        <a:defRPr sz="3200" b="1">
          <a:solidFill>
            <a:schemeClr val="tx2"/>
          </a:solidFill>
          <a:latin typeface="Helvetica Neue"/>
          <a:ea typeface="Helvetica Neue"/>
          <a:cs typeface="Helvetica Neue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ts val="600"/>
        </a:spcAft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eme1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6cb47e67de49b8" /><Relationship Type="http://schemas.openxmlformats.org/officeDocument/2006/relationships/notesSlide" Target="/ppt/notesSlides/notesSlide1.xml" Id="R2de3127acdb342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f88c94222a49be" /><Relationship Type="http://schemas.openxmlformats.org/officeDocument/2006/relationships/notesSlide" Target="/ppt/notesSlides/notesSlide2.xml" Id="R66bb7cfe715e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0bea301e84452f" /><Relationship Type="http://schemas.openxmlformats.org/officeDocument/2006/relationships/notesSlide" Target="/ppt/notesSlides/notesSlide3.xml" Id="Re3d6b53c8b9c4c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8b318955be4653" /><Relationship Type="http://schemas.openxmlformats.org/officeDocument/2006/relationships/notesSlide" Target="/ppt/notesSlides/notesSlide4.xml" Id="Rd839005b006040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858778d0054286" /><Relationship Type="http://schemas.openxmlformats.org/officeDocument/2006/relationships/notesSlide" Target="/ppt/notesSlides/notesSlide5.xml" Id="R4927e6eb923545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d86a3691e54443" /><Relationship Type="http://schemas.openxmlformats.org/officeDocument/2006/relationships/notesSlide" Target="/ppt/notesSlides/notesSlide6.xml" Id="Rb12a5fddb7e8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20828216214356" /><Relationship Type="http://schemas.openxmlformats.org/officeDocument/2006/relationships/notesSlide" Target="/ppt/notesSlides/notesSlide7.xml" Id="Rae2c6b6544de4c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7a8e6d4aa04471" /><Relationship Type="http://schemas.openxmlformats.org/officeDocument/2006/relationships/notesSlide" Target="/ppt/notesSlides/notesSlide8.xml" Id="Ree45d87bba6847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d657be09d44945" /><Relationship Type="http://schemas.openxmlformats.org/officeDocument/2006/relationships/notesSlide" Target="/ppt/notesSlides/notesSlide9.xml" Id="Rfa30475d5ef044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0b5871236443c2" /><Relationship Type="http://schemas.openxmlformats.org/officeDocument/2006/relationships/notesSlide" Target="/ppt/notesSlides/notesSlide10.xml" Id="Refff5f2dd50c42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2212bde938493f" /><Relationship Type="http://schemas.openxmlformats.org/officeDocument/2006/relationships/notesSlide" Target="/ppt/notesSlides/notesSlide11.xml" Id="R85e47761895243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def9e30ffc4792" /><Relationship Type="http://schemas.openxmlformats.org/officeDocument/2006/relationships/notesSlide" Target="/ppt/notesSlides/notesSlide12.xml" Id="R6dde265ee2fa4f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a17a86eef74c24" /><Relationship Type="http://schemas.openxmlformats.org/officeDocument/2006/relationships/notesSlide" Target="/ppt/notesSlides/notesSlide13.xml" Id="R43870e7126094a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7d5075cd774f60" /><Relationship Type="http://schemas.openxmlformats.org/officeDocument/2006/relationships/notesSlide" Target="/ppt/notesSlides/notesSlide14.xml" Id="Rcb7a6ad405cd4f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d5d8d012a94dd9" /><Relationship Type="http://schemas.openxmlformats.org/officeDocument/2006/relationships/notesSlide" Target="/ppt/notesSlides/notesSlide15.xml" Id="R15638543efdc4ea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b8060a8c5243ac" /><Relationship Type="http://schemas.openxmlformats.org/officeDocument/2006/relationships/notesSlide" Target="/ppt/notesSlides/notesSlide16.xml" Id="R6fdd349c796f405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2a621272184403" /><Relationship Type="http://schemas.openxmlformats.org/officeDocument/2006/relationships/notesSlide" Target="/ppt/notesSlides/notesSlide17.xml" Id="R893e4f6503814c2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5d229b3bde4996" /><Relationship Type="http://schemas.openxmlformats.org/officeDocument/2006/relationships/notesSlide" Target="/ppt/notesSlides/notesSlide18.xml" Id="Rb60069c278c849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e76088d8154661" /><Relationship Type="http://schemas.openxmlformats.org/officeDocument/2006/relationships/notesSlide" Target="/ppt/notesSlides/notesSlide19.xml" Id="R5aa0f2b0b0544f1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62ceb5509b4345" /><Relationship Type="http://schemas.openxmlformats.org/officeDocument/2006/relationships/notesSlide" Target="/ppt/notesSlides/notesSlide20.xml" Id="R995e74d288614c7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88939115624f08" /><Relationship Type="http://schemas.openxmlformats.org/officeDocument/2006/relationships/notesSlide" Target="/ppt/notesSlides/notesSlide21.xml" Id="Rfe412edc192044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f7f617dc4041f7" /><Relationship Type="http://schemas.openxmlformats.org/officeDocument/2006/relationships/notesSlide" Target="/ppt/notesSlides/notesSlide22.xml" Id="R0400ef4a680e465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967b1c7f0c438a" /><Relationship Type="http://schemas.openxmlformats.org/officeDocument/2006/relationships/notesSlide" Target="/ppt/notesSlides/notesSlide23.xml" Id="Ra2f494230acd4e9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9ce17a56c442d6" /><Relationship Type="http://schemas.openxmlformats.org/officeDocument/2006/relationships/notesSlide" Target="/ppt/notesSlides/notesSlide24.xml" Id="Rf065175489ab47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f5f9a57fe94b3f" /><Relationship Type="http://schemas.openxmlformats.org/officeDocument/2006/relationships/notesSlide" Target="/ppt/notesSlides/notesSlide25.xml" Id="R3962aa72dbf143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6bb7dc15ab2407c" /><Relationship Type="http://schemas.openxmlformats.org/officeDocument/2006/relationships/notesSlide" Target="/ppt/notesSlides/notesSlide26.xml" Id="R9ab1ea2014ec496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25772c47d341df" /><Relationship Type="http://schemas.openxmlformats.org/officeDocument/2006/relationships/notesSlide" Target="/ppt/notesSlides/notesSlide27.xml" Id="Rda86d0b8bda34dc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4bfb7411784b34" /><Relationship Type="http://schemas.openxmlformats.org/officeDocument/2006/relationships/notesSlide" Target="/ppt/notesSlides/notesSlide28.xml" Id="R93d8ffdd6105447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fcae7352ab4727" /><Relationship Type="http://schemas.openxmlformats.org/officeDocument/2006/relationships/notesSlide" Target="/ppt/notesSlides/notesSlide29.xml" Id="Rd76f4bc0cb7348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4fdb484d0c48eb" /><Relationship Type="http://schemas.openxmlformats.org/officeDocument/2006/relationships/notesSlide" Target="/ppt/notesSlides/notesSlide30.xml" Id="R3379fb6660ec4c4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427e4d51f4a56" /><Relationship Type="http://schemas.openxmlformats.org/officeDocument/2006/relationships/notesSlide" Target="/ppt/notesSlides/notesSlide31.xml" Id="R58babfb1a9f94fe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95d2864dd34654" /><Relationship Type="http://schemas.openxmlformats.org/officeDocument/2006/relationships/notesSlide" Target="/ppt/notesSlides/notesSlide32.xml" Id="Rae8311dbbc2f434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10712b350a4578" /><Relationship Type="http://schemas.openxmlformats.org/officeDocument/2006/relationships/notesSlide" Target="/ppt/notesSlides/notesSlide33.xml" Id="R90bacad984eb48d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54c47dae4c42a3" /><Relationship Type="http://schemas.openxmlformats.org/officeDocument/2006/relationships/notesSlide" Target="/ppt/notesSlides/notesSlide34.xml" Id="R0cc4bdfcb7354f2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1d423c060a43c2" /><Relationship Type="http://schemas.openxmlformats.org/officeDocument/2006/relationships/notesSlide" Target="/ppt/notesSlides/notesSlide35.xml" Id="Rd77e4d6468a24b5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dea3106da6437f" /><Relationship Type="http://schemas.openxmlformats.org/officeDocument/2006/relationships/notesSlide" Target="/ppt/notesSlides/notesSlide36.xml" Id="R8d05c77dc88145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daf2933498495d" /><Relationship Type="http://schemas.openxmlformats.org/officeDocument/2006/relationships/notesSlide" Target="/ppt/notesSlides/notesSlide37.xml" Id="R3985c92a37a143f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bc9c519b1040f4" /><Relationship Type="http://schemas.openxmlformats.org/officeDocument/2006/relationships/notesSlide" Target="/ppt/notesSlides/notesSlide38.xml" Id="Rce0427fd66c04a9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4604148f4d4404" /><Relationship Type="http://schemas.openxmlformats.org/officeDocument/2006/relationships/notesSlide" Target="/ppt/notesSlides/notesSlide39.xml" Id="R4244079ad33045e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96cd2f7f6a4f4d" /><Relationship Type="http://schemas.openxmlformats.org/officeDocument/2006/relationships/notesSlide" Target="/ppt/notesSlides/notesSlide40.xml" Id="R4c2462136e8b4cb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3b2269255244e7" /><Relationship Type="http://schemas.openxmlformats.org/officeDocument/2006/relationships/notesSlide" Target="/ppt/notesSlides/notesSlide41.xml" Id="R0b2d807b04554ae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bc993d6f0d94d36" /><Relationship Type="http://schemas.openxmlformats.org/officeDocument/2006/relationships/notesSlide" Target="/ppt/notesSlides/notesSlide42.xml" Id="Refabd29e786648c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3b6fc018a94639" /><Relationship Type="http://schemas.openxmlformats.org/officeDocument/2006/relationships/notesSlide" Target="/ppt/notesSlides/notesSlide43.xml" Id="R1ab70d0639c449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">
            <a:extLst xmlns:a="http://schemas.openxmlformats.org/drawingml/2006/main">
              <a:ext uri="{FF2B5EF4-FFF2-40B4-BE49-F238E27FC236}">
                <a16:creationId xmlns:a16="http://schemas.microsoft.com/office/drawing/2014/main" id="{3B9A360B-F2A2-4D41-AFFE-9855939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KMB689 · SEMINAR 11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8F21F719-F256-4008-9859-E2AABF8C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분류 결과를 읽고 검증한다</a:t>
            </a:r>
          </a:p>
        </p:txBody>
      </p:sp>
      <p:sp>
        <p:nvSpPr>
          <p:cNvPr id="3" name="number-1">
            <a:extLst xmlns:a="http://schemas.openxmlformats.org/drawingml/2006/main">
              <a:ext uri="{FF2B5EF4-FFF2-40B4-BE49-F238E27FC236}">
                <a16:creationId xmlns:a16="http://schemas.microsoft.com/office/drawing/2014/main" id="{6C7B305A-2879-4C56-A1C7-0CEFB4D3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cover">
            <a:extLst xmlns:a="http://schemas.openxmlformats.org/drawingml/2006/main">
              <a:ext uri="{FF2B5EF4-FFF2-40B4-BE49-F238E27FC236}">
                <a16:creationId xmlns:a16="http://schemas.microsoft.com/office/drawing/2014/main" id="{B04CCD17-97C3-422F-987A-C75E7A0A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2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2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Classification</a:t>
            </a:r>
          </a:p>
        </p:txBody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A0286C49-0A75-44EC-A6BF-E4473EDA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오즈비 · 기저율 · 목표 누출 · 비용 비대칭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KMB689: Big Data for Business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">
            <a:extLst xmlns:a="http://schemas.openxmlformats.org/drawingml/2006/main">
              <a:ext uri="{FF2B5EF4-FFF2-40B4-BE49-F238E27FC236}">
                <a16:creationId xmlns:a16="http://schemas.microsoft.com/office/drawing/2014/main" id="{0B2ECF37-06C0-4C0B-B471-5F1D2F60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OVERVIEW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F43762C-DD18-471C-AE19-FCC08E08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오늘의 두 블록</a:t>
            </a:r>
          </a:p>
        </p:txBody>
      </p:sp>
      <p:sp>
        <p:nvSpPr>
          <p:cNvPr id="3" name="number-2">
            <a:extLst xmlns:a="http://schemas.openxmlformats.org/drawingml/2006/main">
              <a:ext uri="{FF2B5EF4-FFF2-40B4-BE49-F238E27FC236}">
                <a16:creationId xmlns:a16="http://schemas.microsoft.com/office/drawing/2014/main" id="{D611C411-37AB-4707-A13E-5DEA4DAB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1714500"/>
          <a:ext xmlns:a="http://schemas.openxmlformats.org/drawingml/2006/main" cx="7620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1524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1블록 · 75분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2블록 · 약 70분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524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분류·로지스틱 출력 읽기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오즈비와 성과지표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세 함정의 판정 도구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AirbnbSuccessSignals 사례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 분석 검증</a:t>
                      </a:r>
                    </a:p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발견과 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ack">
            <a:extLst xmlns:a="http://schemas.openxmlformats.org/drawingml/2006/main">
              <a:ext uri="{FF2B5EF4-FFF2-40B4-BE49-F238E27FC236}">
                <a16:creationId xmlns:a16="http://schemas.microsoft.com/office/drawing/2014/main" id="{D2630000-F7C1-4C7E-B811-76E8342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자료에 지정되지 않은 약 5분은 운영 여유로 남긴다.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">
            <a:extLst xmlns:a="http://schemas.openxmlformats.org/drawingml/2006/main">
              <a:ext uri="{FF2B5EF4-FFF2-40B4-BE49-F238E27FC236}">
                <a16:creationId xmlns:a16="http://schemas.microsoft.com/office/drawing/2014/main" id="{439AD5FB-F1EF-4AE0-9F2F-55A415DB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SUPERVISION CREED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21149FE-3FF4-4072-ABF8-E7CCD38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감독 신조 recap</a:t>
            </a:r>
          </a:p>
        </p:txBody>
      </p:sp>
      <p:sp>
        <p:nvSpPr>
          <p:cNvPr id="3" name="number-3">
            <a:extLst xmlns:a="http://schemas.openxmlformats.org/drawingml/2006/main">
              <a:ext uri="{FF2B5EF4-FFF2-40B4-BE49-F238E27FC236}">
                <a16:creationId xmlns:a16="http://schemas.microsoft.com/office/drawing/2014/main" id="{89F7B487-3408-4D96-A572-51237970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creed">
            <a:extLst xmlns:a="http://schemas.openxmlformats.org/drawingml/2006/main">
              <a:ext uri="{FF2B5EF4-FFF2-40B4-BE49-F238E27FC236}">
                <a16:creationId xmlns:a16="http://schemas.microsoft.com/office/drawing/2014/main" id="{986D8B10-0D24-4B55-9A23-BE82F82D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기준을 세운다 → AI에게 시킨다 → 검증한다 → 결정한다.</a:t>
            </a:r>
          </a:p>
        </p:txBody>
      </p:sp>
      <p:sp>
        <p:nvSpPr>
          <p:cNvPr id="5" name="creed-detail">
            <a:extLst xmlns:a="http://schemas.openxmlformats.org/drawingml/2006/main">
              <a:ext uri="{FF2B5EF4-FFF2-40B4-BE49-F238E27FC236}">
                <a16:creationId xmlns:a16="http://schemas.microsoft.com/office/drawing/2014/main" id="{BF643763-9996-4FDF-ADC9-DB166294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분석을 직접 하지 말고, 결과를 읽고 검증한 뒤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4">
            <a:extLst xmlns:a="http://schemas.openxmlformats.org/drawingml/2006/main">
              <a:ext uri="{FF2B5EF4-FFF2-40B4-BE49-F238E27FC236}">
                <a16:creationId xmlns:a16="http://schemas.microsoft.com/office/drawing/2014/main" id="{93E3428A-B432-4452-B303-F36E4BF3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1.1 · OBJECTIVES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147111D-E9EA-49CA-A820-AC194AC3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수업 목표</a:t>
            </a:r>
          </a:p>
        </p:txBody>
      </p:sp>
      <p:sp>
        <p:nvSpPr>
          <p:cNvPr id="3" name="number-4">
            <a:extLst xmlns:a="http://schemas.openxmlformats.org/drawingml/2006/main">
              <a:ext uri="{FF2B5EF4-FFF2-40B4-BE49-F238E27FC236}">
                <a16:creationId xmlns:a16="http://schemas.microsoft.com/office/drawing/2014/main" id="{21F9237E-136D-49CB-BD78-9FFB8D8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objectives">
            <a:extLst xmlns:a="http://schemas.openxmlformats.org/drawingml/2006/main">
              <a:ext uri="{FF2B5EF4-FFF2-40B4-BE49-F238E27FC236}">
                <a16:creationId xmlns:a16="http://schemas.microsoft.com/office/drawing/2014/main" id="{CE5FC02E-D3C6-4911-8233-CC75F0D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7239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분류·로지스틱 회귀 출력을 오즈비·유의성·효과 크기로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정확도·정밀도·재현율을 기저율과 견줘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결과로 만들어진 변수, 즉 목표 누출을 알아본다.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4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예측 인자와 당길 수 있는 레버를 구분해 결정한다.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5">
            <a:extLst xmlns:a="http://schemas.openxmlformats.org/drawingml/2006/main">
              <a:ext uri="{FF2B5EF4-FFF2-40B4-BE49-F238E27FC236}">
                <a16:creationId xmlns:a16="http://schemas.microsoft.com/office/drawing/2014/main" id="{A1DFA843-44CB-4720-AAE4-B1D988C5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CLASSIFICATION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1DD192D-F19D-475A-821A-9E0E007D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분류는 무엇을 예측하는가</a:t>
            </a:r>
          </a:p>
        </p:txBody>
      </p:sp>
      <p:sp>
        <p:nvSpPr>
          <p:cNvPr id="3" name="number-5">
            <a:extLst xmlns:a="http://schemas.openxmlformats.org/drawingml/2006/main">
              <a:ext uri="{FF2B5EF4-FFF2-40B4-BE49-F238E27FC236}">
                <a16:creationId xmlns:a16="http://schemas.microsoft.com/office/drawing/2014/main" id="{5751FA78-8354-44F2-B769-0334635D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E5BA11DE-7B2A-4E77-BB5E-A5F6DBA2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분류는 결과/목표변수의 클래스를 예측한다</a:t>
            </a:r>
          </a:p>
        </p:txBody>
      </p:sp>
      <p:sp>
        <p:nvSpPr>
          <p:cNvPr id="5" name="definition-detail">
            <a:extLst xmlns:a="http://schemas.openxmlformats.org/drawingml/2006/main">
              <a:ext uri="{FF2B5EF4-FFF2-40B4-BE49-F238E27FC236}">
                <a16:creationId xmlns:a16="http://schemas.microsoft.com/office/drawing/2014/main" id="{879FBDD7-4CD3-4106-B33E-8544101D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속성·변수를 사용해 관측치를 미리 정의한 범주에 배정한다.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6">
            <a:extLst xmlns:a="http://schemas.openxmlformats.org/drawingml/2006/main">
              <a:ext uri="{FF2B5EF4-FFF2-40B4-BE49-F238E27FC236}">
                <a16:creationId xmlns:a16="http://schemas.microsoft.com/office/drawing/2014/main" id="{C22D4618-9D77-4F6C-A04A-E3CAE70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BINARY OUTCOME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036C13F-D434-480E-B33F-8250CF59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예/아니오 결과와 MBA 의사결정</a:t>
            </a:r>
          </a:p>
        </p:txBody>
      </p:sp>
      <p:sp>
        <p:nvSpPr>
          <p:cNvPr id="3" name="number-6">
            <a:extLst xmlns:a="http://schemas.openxmlformats.org/drawingml/2006/main">
              <a:ext uri="{FF2B5EF4-FFF2-40B4-BE49-F238E27FC236}">
                <a16:creationId xmlns:a16="http://schemas.microsoft.com/office/drawing/2014/main" id="{16B196DB-D333-4C69-84A3-097B9735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74295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4000500"/>
              </a:tblGrid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이진 결과의 예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고객이 떠날까?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이탈 /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대출이 부실해질까?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부실 / 정상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904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신청을 승인할까?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승인 / 보류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7">
            <a:extLst xmlns:a="http://schemas.openxmlformats.org/drawingml/2006/main">
              <a:ext uri="{FF2B5EF4-FFF2-40B4-BE49-F238E27FC236}">
                <a16:creationId xmlns:a16="http://schemas.microsoft.com/office/drawing/2014/main" id="{F2EAD8E6-6B4F-40E6-8170-CDE56F51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MODEL WORKFLOW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E7C50E6-3C69-46CF-A41B-6AA077B0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구축 → 평가 → 적용</a:t>
            </a:r>
          </a:p>
        </p:txBody>
      </p:sp>
      <p:sp>
        <p:nvSpPr>
          <p:cNvPr id="3" name="number-7">
            <a:extLst xmlns:a="http://schemas.openxmlformats.org/drawingml/2006/main">
              <a:ext uri="{FF2B5EF4-FFF2-40B4-BE49-F238E27FC236}">
                <a16:creationId xmlns:a16="http://schemas.microsoft.com/office/drawing/2014/main" id="{16A600F3-F4D7-4A1D-B9F2-059711C4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78105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0325"/>
                <a:gridCol w="2609850"/>
                <a:gridCol w="2600325"/>
              </a:tblGrid>
              <a:tr h="1095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구축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평가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적용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095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분석가·AI가 학습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관리자가 성과·누출 검증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정책·행동 여부 결정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le">
            <a:extLst xmlns:a="http://schemas.openxmlformats.org/drawingml/2006/main">
              <a:ext uri="{FF2B5EF4-FFF2-40B4-BE49-F238E27FC236}">
                <a16:creationId xmlns:a16="http://schemas.microsoft.com/office/drawing/2014/main" id="{C91C289E-63BB-4C81-867B-CE05E902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학생의 자리는 평가와 적용 판단이다. 모델을 직접 돌리지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8">
            <a:extLst xmlns:a="http://schemas.openxmlformats.org/drawingml/2006/main">
              <a:ext uri="{FF2B5EF4-FFF2-40B4-BE49-F238E27FC236}">
                <a16:creationId xmlns:a16="http://schemas.microsoft.com/office/drawing/2014/main" id="{F355B3AE-6FD7-4CD6-87EE-4CF8FDD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PARTITION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2B0765D7-6C53-4441-A6B0-56EBC2EE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훈련 데이터와 테스트 데이터</a:t>
            </a:r>
          </a:p>
        </p:txBody>
      </p:sp>
      <p:sp>
        <p:nvSpPr>
          <p:cNvPr id="3" name="number-8">
            <a:extLst xmlns:a="http://schemas.openxmlformats.org/drawingml/2006/main">
              <a:ext uri="{FF2B5EF4-FFF2-40B4-BE49-F238E27FC236}">
                <a16:creationId xmlns:a16="http://schemas.microsoft.com/office/drawing/2014/main" id="{36959AF0-9595-45EB-A1CB-463D263F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76200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11668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Training Data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Test Data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668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모델이 규칙을 학습하는 데이터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학습에 쓰지 않은 사례로 성과를 확인하는 데이터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9">
            <a:extLst xmlns:a="http://schemas.openxmlformats.org/drawingml/2006/main">
              <a:ext uri="{FF2B5EF4-FFF2-40B4-BE49-F238E27FC236}">
                <a16:creationId xmlns:a16="http://schemas.microsoft.com/office/drawing/2014/main" id="{6E4471D9-B054-48FE-B7B1-A1B822EB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TECHNIQUE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F5E6F29F-42B6-421B-A178-F9209F64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오늘은 로지스틱 출력 읽기</a:t>
            </a:r>
          </a:p>
        </p:txBody>
      </p:sp>
      <p:sp>
        <p:nvSpPr>
          <p:cNvPr id="3" name="number-9">
            <a:extLst xmlns:a="http://schemas.openxmlformats.org/drawingml/2006/main">
              <a:ext uri="{FF2B5EF4-FFF2-40B4-BE49-F238E27FC236}">
                <a16:creationId xmlns:a16="http://schemas.microsoft.com/office/drawing/2014/main" id="{A336AD92-888E-403C-B6B4-22FBBF56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logistic">
            <a:extLst xmlns:a="http://schemas.openxmlformats.org/drawingml/2006/main">
              <a:ext uri="{FF2B5EF4-FFF2-40B4-BE49-F238E27FC236}">
                <a16:creationId xmlns:a16="http://schemas.microsoft.com/office/drawing/2014/main" id="{C514F31F-9BE3-4949-9835-FD729850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1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Logistic Regression</a:t>
            </a:r>
          </a:p>
        </p:txBody>
      </p:sp>
      <p:sp>
        <p:nvSpPr>
          <p:cNvPr id="5" name="logistic-detail">
            <a:extLst xmlns:a="http://schemas.openxmlformats.org/drawingml/2006/main">
              <a:ext uri="{FF2B5EF4-FFF2-40B4-BE49-F238E27FC236}">
                <a16:creationId xmlns:a16="http://schemas.microsoft.com/office/drawing/2014/main" id="{2629AABA-6423-43E0-BF3C-5C4B1A98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분류 기법 가운데 로지스틱 회귀의 결과를 읽는다. 구축 알고리즘은 범위 밖이다.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10">
            <a:extLst xmlns:a="http://schemas.openxmlformats.org/drawingml/2006/main">
              <a:ext uri="{FF2B5EF4-FFF2-40B4-BE49-F238E27FC236}">
                <a16:creationId xmlns:a16="http://schemas.microsoft.com/office/drawing/2014/main" id="{1F7DB920-A73B-41C7-B5CE-1C5C46FA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REGRESSION VS CLASSIFICATION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359EB74-6BD4-41C4-89FC-DDD59723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Wk8과 Wk11의 경계</a:t>
            </a:r>
          </a:p>
        </p:txBody>
      </p:sp>
      <p:sp>
        <p:nvSpPr>
          <p:cNvPr id="3" name="number-10">
            <a:extLst xmlns:a="http://schemas.openxmlformats.org/drawingml/2006/main">
              <a:ext uri="{FF2B5EF4-FFF2-40B4-BE49-F238E27FC236}">
                <a16:creationId xmlns:a16="http://schemas.microsoft.com/office/drawing/2014/main" id="{E227B085-5A65-40CF-8180-8EF9AEA1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7715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3857625"/>
              </a:tblGrid>
              <a:tr h="1111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Wk8 · 회귀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Wk11 · 분류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11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연속값을 설명·예측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예/아니오 결과의 확률을 다룸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11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계수와 R² 읽기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오즈비와 분류 성과지표 읽기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11">
            <a:extLst xmlns:a="http://schemas.openxmlformats.org/drawingml/2006/main">
              <a:ext uri="{FF2B5EF4-FFF2-40B4-BE49-F238E27FC236}">
                <a16:creationId xmlns:a16="http://schemas.microsoft.com/office/drawing/2014/main" id="{6729E0EC-E436-4F2D-B167-B511F57D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OUTPUT FIELDS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601A21A-9527-4707-97FF-CD8AD8DA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로지스틱 출력에서 먼저 읽을 것</a:t>
            </a:r>
          </a:p>
        </p:txBody>
      </p:sp>
      <p:sp>
        <p:nvSpPr>
          <p:cNvPr id="3" name="number-11">
            <a:extLst xmlns:a="http://schemas.openxmlformats.org/drawingml/2006/main">
              <a:ext uri="{FF2B5EF4-FFF2-40B4-BE49-F238E27FC236}">
                <a16:creationId xmlns:a16="http://schemas.microsoft.com/office/drawing/2014/main" id="{2D0EC585-AF22-4F94-925C-5872ECA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2095500"/>
          <a:ext xmlns:a="http://schemas.openxmlformats.org/drawingml/2006/main" cx="809625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809750"/>
                <a:gridCol w="2095500"/>
                <a:gridCol w="2095500"/>
              </a:tblGrid>
              <a:tr h="1095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Predictor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Direction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Significance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Odds ratio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0953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무슨 변수인가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 / 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별표·p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몇 배인가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2">
            <a:extLst xmlns:a="http://schemas.openxmlformats.org/drawingml/2006/main">
              <a:ext uri="{FF2B5EF4-FFF2-40B4-BE49-F238E27FC236}">
                <a16:creationId xmlns:a16="http://schemas.microsoft.com/office/drawing/2014/main" id="{61819F0E-1F0F-4646-B78F-71258B7C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ODDS RATIO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6B01ECF-718C-435B-BA83-6221AF9A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계수에서 오즈비로</a:t>
            </a:r>
          </a:p>
        </p:txBody>
      </p:sp>
      <p:sp>
        <p:nvSpPr>
          <p:cNvPr id="3" name="number-12">
            <a:extLst xmlns:a="http://schemas.openxmlformats.org/drawingml/2006/main">
              <a:ext uri="{FF2B5EF4-FFF2-40B4-BE49-F238E27FC236}">
                <a16:creationId xmlns:a16="http://schemas.microsoft.com/office/drawing/2014/main" id="{D138CD99-0180-453B-A773-46EB825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or">
            <a:extLst xmlns:a="http://schemas.openxmlformats.org/drawingml/2006/main">
              <a:ext uri="{FF2B5EF4-FFF2-40B4-BE49-F238E27FC236}">
                <a16:creationId xmlns:a16="http://schemas.microsoft.com/office/drawing/2014/main" id="{92167E54-D62A-4FB7-A1FF-8546D0BD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로지스틱의 계수는 그대로 읽지 않고 오즈비로 바꿔 읽는다</a:t>
            </a:r>
          </a:p>
        </p:txBody>
      </p:sp>
      <p:sp>
        <p:nvSpPr>
          <p:cNvPr id="5" name="or-detail">
            <a:extLst xmlns:a="http://schemas.openxmlformats.org/drawingml/2006/main">
              <a:ext uri="{FF2B5EF4-FFF2-40B4-BE49-F238E27FC236}">
                <a16:creationId xmlns:a16="http://schemas.microsoft.com/office/drawing/2014/main" id="{5AA3B6D2-747E-4AC1-8414-34053B5E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오즈비는 결과 오즈가 ‘몇 배’가 되는지를 말한다.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13">
            <a:extLst xmlns:a="http://schemas.openxmlformats.org/drawingml/2006/main">
              <a:ext uri="{FF2B5EF4-FFF2-40B4-BE49-F238E27FC236}">
                <a16:creationId xmlns:a16="http://schemas.microsoft.com/office/drawing/2014/main" id="{171ECB11-FB21-4731-937B-D6804D6B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DIRECTION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683E624-F4AE-4A84-B4EC-3FAD972D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오즈비의 방향</a:t>
            </a:r>
          </a:p>
        </p:txBody>
      </p:sp>
      <p:sp>
        <p:nvSpPr>
          <p:cNvPr id="3" name="number-13">
            <a:extLst xmlns:a="http://schemas.openxmlformats.org/drawingml/2006/main">
              <a:ext uri="{FF2B5EF4-FFF2-40B4-BE49-F238E27FC236}">
                <a16:creationId xmlns:a16="http://schemas.microsoft.com/office/drawing/2014/main" id="{B80B87A4-91EE-4A82-B6CC-461B0C9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8001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</a:tblGrid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Odds ratio &gt; 1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Odds ratio = 1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Odds ratio &lt; 1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 오즈를 높임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무관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6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 오즈를 낮춤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4">
            <a:extLst xmlns:a="http://schemas.openxmlformats.org/drawingml/2006/main">
              <a:ext uri="{FF2B5EF4-FFF2-40B4-BE49-F238E27FC236}">
                <a16:creationId xmlns:a16="http://schemas.microsoft.com/office/drawing/2014/main" id="{CFD1B318-6ECC-4A51-A6A9-2D72EF96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ODDS ≠ PROBABILITY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AF5208DB-5651-4B88-A8B2-60F66A80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오즈와 확률은 다르다</a:t>
            </a:r>
          </a:p>
        </p:txBody>
      </p:sp>
      <p:sp>
        <p:nvSpPr>
          <p:cNvPr id="3" name="number-14">
            <a:extLst xmlns:a="http://schemas.openxmlformats.org/drawingml/2006/main">
              <a:ext uri="{FF2B5EF4-FFF2-40B4-BE49-F238E27FC236}">
                <a16:creationId xmlns:a16="http://schemas.microsoft.com/office/drawing/2014/main" id="{9722C43A-C829-4912-B13E-A18990A8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not-prob">
            <a:extLst xmlns:a="http://schemas.openxmlformats.org/drawingml/2006/main">
              <a:ext uri="{FF2B5EF4-FFF2-40B4-BE49-F238E27FC236}">
                <a16:creationId xmlns:a16="http://schemas.microsoft.com/office/drawing/2014/main" id="{3ADB6D6D-2158-4ECF-BC83-1990F8B0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오즈비 11 ≠ 성공 확률 11배</a:t>
            </a:r>
          </a:p>
        </p:txBody>
      </p:sp>
      <p:sp>
        <p:nvSpPr>
          <p:cNvPr id="5" name="not-prob-detail">
            <a:extLst xmlns:a="http://schemas.openxmlformats.org/drawingml/2006/main">
              <a:ext uri="{FF2B5EF4-FFF2-40B4-BE49-F238E27FC236}">
                <a16:creationId xmlns:a16="http://schemas.microsoft.com/office/drawing/2014/main" id="{F018BD5F-357C-48C5-9516-9DBA7A74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‘몇 배’라는 말만 보지 말고 무엇의 배수인지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5">
            <a:extLst xmlns:a="http://schemas.openxmlformats.org/drawingml/2006/main">
              <a:ext uri="{FF2B5EF4-FFF2-40B4-BE49-F238E27FC236}">
                <a16:creationId xmlns:a16="http://schemas.microsoft.com/office/drawing/2014/main" id="{38A7500A-E320-427C-BB4F-9A76E4C7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SCALE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618CCB8B-5A42-4703-B9FA-1BBCF436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변수의 단위와 구간</a:t>
            </a:r>
          </a:p>
        </p:txBody>
      </p:sp>
      <p:sp>
        <p:nvSpPr>
          <p:cNvPr id="3" name="number-15">
            <a:extLst xmlns:a="http://schemas.openxmlformats.org/drawingml/2006/main">
              <a:ext uri="{FF2B5EF4-FFF2-40B4-BE49-F238E27FC236}">
                <a16:creationId xmlns:a16="http://schemas.microsoft.com/office/drawing/2014/main" id="{3FBE6EB1-1DCF-4BDB-B7FB-4F1C70DF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interval">
            <a:extLst xmlns:a="http://schemas.openxmlformats.org/drawingml/2006/main">
              <a:ext uri="{FF2B5EF4-FFF2-40B4-BE49-F238E27FC236}">
                <a16:creationId xmlns:a16="http://schemas.microsoft.com/office/drawing/2014/main" id="{1C068AF0-E443-4461-9ED2-05CA4EA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7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이 오즈비는 어느 단위·어느 구간의 변화인가</a:t>
            </a:r>
          </a:p>
        </p:txBody>
      </p:sp>
      <p:sp>
        <p:nvSpPr>
          <p:cNvPr id="5" name="interval-detail">
            <a:extLst xmlns:a="http://schemas.openxmlformats.org/drawingml/2006/main">
              <a:ext uri="{FF2B5EF4-FFF2-40B4-BE49-F238E27FC236}">
                <a16:creationId xmlns:a16="http://schemas.microsoft.com/office/drawing/2014/main" id="{C52B993A-26FD-4335-BA5A-39152133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한 단위인가 · 0→1 전 구간인가 · 현실적인 변화량인가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16">
            <a:extLst xmlns:a="http://schemas.openxmlformats.org/drawingml/2006/main">
              <a:ext uri="{FF2B5EF4-FFF2-40B4-BE49-F238E27FC236}">
                <a16:creationId xmlns:a16="http://schemas.microsoft.com/office/drawing/2014/main" id="{35192263-4D76-447B-AA21-F2D8A7EA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SIGNIFICANCE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A42229FC-5859-44B7-8DEB-F69A510F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유의성과 효과 크기</a:t>
            </a:r>
          </a:p>
        </p:txBody>
      </p:sp>
      <p:sp>
        <p:nvSpPr>
          <p:cNvPr id="3" name="number-16">
            <a:extLst xmlns:a="http://schemas.openxmlformats.org/drawingml/2006/main">
              <a:ext uri="{FF2B5EF4-FFF2-40B4-BE49-F238E27FC236}">
                <a16:creationId xmlns:a16="http://schemas.microsoft.com/office/drawing/2014/main" id="{7E57ED5A-387D-4961-98AB-EAEB45E9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1666875"/>
          <a:ext xmlns:a="http://schemas.openxmlformats.org/drawingml/2006/main" cx="7524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3762375"/>
              </a:tblGrid>
              <a:tr h="1079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유의성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효과 크기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079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우연으로 보기 어려운가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의사결정에 충분히 큰가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별표·p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오즈비와 변수 구간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7">
            <a:extLst xmlns:a="http://schemas.openxmlformats.org/drawingml/2006/main">
              <a:ext uri="{FF2B5EF4-FFF2-40B4-BE49-F238E27FC236}">
                <a16:creationId xmlns:a16="http://schemas.microsoft.com/office/drawing/2014/main" id="{69D0FCAE-A448-44A9-8C81-BD65A465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1.2 · PRACTICE FORMAT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6D748C22-AD89-4075-8E43-CF941F1E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로지스틱 출력 읽기 · 일반형</a:t>
            </a:r>
          </a:p>
        </p:txBody>
      </p:sp>
      <p:sp>
        <p:nvSpPr>
          <p:cNvPr id="3" name="number-17">
            <a:extLst xmlns:a="http://schemas.openxmlformats.org/drawingml/2006/main">
              <a:ext uri="{FF2B5EF4-FFF2-40B4-BE49-F238E27FC236}">
                <a16:creationId xmlns:a16="http://schemas.microsoft.com/office/drawing/2014/main" id="{6F8B8D8A-D360-4248-881D-1A7711CE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333375" y="1571625"/>
          <a:ext xmlns:a="http://schemas.openxmlformats.org/drawingml/2006/main" cx="8477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285875"/>
                <a:gridCol w="1619250"/>
                <a:gridCol w="1762125"/>
                <a:gridCol w="1857375"/>
              </a:tblGrid>
              <a:tr h="1111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Predictor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Direction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Significance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Odds ratio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되물을 것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11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변수 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***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큰 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구간은?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11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변수 B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−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*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1보다 작음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견고한가?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generic-only">
            <a:extLst xmlns:a="http://schemas.openxmlformats.org/drawingml/2006/main">
              <a:ext uri="{FF2B5EF4-FFF2-40B4-BE49-F238E27FC236}">
                <a16:creationId xmlns:a16="http://schemas.microsoft.com/office/drawing/2014/main" id="{8C26C392-1EAD-4B23-B8BD-8D10155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86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사례 변수와 정답은 넣지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18">
            <a:extLst xmlns:a="http://schemas.openxmlformats.org/drawingml/2006/main">
              <a:ext uri="{FF2B5EF4-FFF2-40B4-BE49-F238E27FC236}">
                <a16:creationId xmlns:a16="http://schemas.microsoft.com/office/drawing/2014/main" id="{10869A39-35F7-4A3C-B150-934A8355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EVALUATION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41867381-9A6D-49D6-960A-8688647F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모델 평가로 전환</a:t>
            </a:r>
          </a:p>
        </p:txBody>
      </p:sp>
      <p:sp>
        <p:nvSpPr>
          <p:cNvPr id="3" name="number-18">
            <a:extLst xmlns:a="http://schemas.openxmlformats.org/drawingml/2006/main">
              <a:ext uri="{FF2B5EF4-FFF2-40B4-BE49-F238E27FC236}">
                <a16:creationId xmlns:a16="http://schemas.microsoft.com/office/drawing/2014/main" id="{5C711FAA-1EF4-4285-B150-34B13ADC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evaluation">
            <a:extLst xmlns:a="http://schemas.openxmlformats.org/drawingml/2006/main">
              <a:ext uri="{FF2B5EF4-FFF2-40B4-BE49-F238E27FC236}">
                <a16:creationId xmlns:a16="http://schemas.microsoft.com/office/drawing/2014/main" id="{2E680031-9350-45BD-A626-C27E174E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유의한 변수가 있다고 모델이 잘 맞히는 것은 아니다</a:t>
            </a:r>
          </a:p>
        </p:txBody>
      </p:sp>
      <p:sp>
        <p:nvSpPr>
          <p:cNvPr id="5" name="evaluation-detail">
            <a:extLst xmlns:a="http://schemas.openxmlformats.org/drawingml/2006/main">
              <a:ext uri="{FF2B5EF4-FFF2-40B4-BE49-F238E27FC236}">
                <a16:creationId xmlns:a16="http://schemas.microsoft.com/office/drawing/2014/main" id="{0BBE36A4-D920-4B36-BCFA-C95DDFFA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모델 평가 지표로 성과를 따로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19">
            <a:extLst xmlns:a="http://schemas.openxmlformats.org/drawingml/2006/main">
              <a:ext uri="{FF2B5EF4-FFF2-40B4-BE49-F238E27FC236}">
                <a16:creationId xmlns:a16="http://schemas.microsoft.com/office/drawing/2014/main" id="{EDA4A1AB-56F5-406C-A975-8775F6DD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ACCURACY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5474587C-7BF0-448E-A98A-21117DD9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정확도와 오류율</a:t>
            </a:r>
          </a:p>
        </p:txBody>
      </p:sp>
      <p:sp>
        <p:nvSpPr>
          <p:cNvPr id="3" name="number-19">
            <a:extLst xmlns:a="http://schemas.openxmlformats.org/drawingml/2006/main">
              <a:ext uri="{FF2B5EF4-FFF2-40B4-BE49-F238E27FC236}">
                <a16:creationId xmlns:a16="http://schemas.microsoft.com/office/drawing/2014/main" id="{0AC4B74C-CF0B-4A60-AF93-70E60A8F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1666875"/>
          <a:ext xmlns:a="http://schemas.openxmlformats.org/drawingml/2006/main" cx="7524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3762375"/>
              </a:tblGrid>
              <a:tr h="1079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Error rate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079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중 맞힌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전체 중 틀린 비율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맞음 / 전체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틀림 / 전체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20">
            <a:extLst xmlns:a="http://schemas.openxmlformats.org/drawingml/2006/main">
              <a:ext uri="{FF2B5EF4-FFF2-40B4-BE49-F238E27FC236}">
                <a16:creationId xmlns:a16="http://schemas.microsoft.com/office/drawing/2014/main" id="{DA44AB6F-5001-4C2D-8040-A046E46E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CONFUSION MATRIX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F5E79FC4-6BB8-4D0A-8721-A6598768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혼동행렬의 네 칸</a:t>
            </a:r>
          </a:p>
        </p:txBody>
      </p:sp>
      <p:sp>
        <p:nvSpPr>
          <p:cNvPr id="3" name="number-20">
            <a:extLst xmlns:a="http://schemas.openxmlformats.org/drawingml/2006/main">
              <a:ext uri="{FF2B5EF4-FFF2-40B4-BE49-F238E27FC236}">
                <a16:creationId xmlns:a16="http://schemas.microsoft.com/office/drawing/2014/main" id="{57E9348A-DFAB-4FE3-9C84-7E555F89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666875" y="1476375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095500"/>
                <a:gridCol w="2095500"/>
              </a:tblGrid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Predicted +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Predicted −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Actual 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Actual −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FP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TN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1">
            <a:extLst xmlns:a="http://schemas.openxmlformats.org/drawingml/2006/main">
              <a:ext uri="{FF2B5EF4-FFF2-40B4-BE49-F238E27FC236}">
                <a16:creationId xmlns:a16="http://schemas.microsoft.com/office/drawing/2014/main" id="{78C45778-AF93-4AFE-9B1A-87978360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PRECISION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0DE85DC5-E733-4A30-85E5-2699442E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정밀도</a:t>
            </a:r>
          </a:p>
        </p:txBody>
      </p:sp>
      <p:sp>
        <p:nvSpPr>
          <p:cNvPr id="3" name="number-21">
            <a:extLst xmlns:a="http://schemas.openxmlformats.org/drawingml/2006/main">
              <a:ext uri="{FF2B5EF4-FFF2-40B4-BE49-F238E27FC236}">
                <a16:creationId xmlns:a16="http://schemas.microsoft.com/office/drawing/2014/main" id="{1450E3F2-9BD1-4977-9E5C-07211BB1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4" name="precision">
            <a:extLst xmlns:a="http://schemas.openxmlformats.org/drawingml/2006/main">
              <a:ext uri="{FF2B5EF4-FFF2-40B4-BE49-F238E27FC236}">
                <a16:creationId xmlns:a16="http://schemas.microsoft.com/office/drawing/2014/main" id="{78EBE980-5495-46D3-87DE-688EA6A2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‘성공’이라 예측한 것 중 실제 성공 비율</a:t>
            </a:r>
          </a:p>
        </p:txBody>
      </p:sp>
      <p:sp>
        <p:nvSpPr>
          <p:cNvPr id="5" name="precision-detail">
            <a:extLst xmlns:a="http://schemas.openxmlformats.org/drawingml/2006/main">
              <a:ext uri="{FF2B5EF4-FFF2-40B4-BE49-F238E27FC236}">
                <a16:creationId xmlns:a16="http://schemas.microsoft.com/office/drawing/2014/main" id="{4FEBAFA3-9184-42BF-8E65-B6C3F09F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성공이라고 표시한 대상을 믿어도 되는가?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2">
            <a:extLst xmlns:a="http://schemas.openxmlformats.org/drawingml/2006/main">
              <a:ext uri="{FF2B5EF4-FFF2-40B4-BE49-F238E27FC236}">
                <a16:creationId xmlns:a16="http://schemas.microsoft.com/office/drawing/2014/main" id="{2AEC5CDE-E274-426F-B340-A453C812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RECALL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5EC4B96A-59B1-4766-AD24-824585BF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재현율</a:t>
            </a:r>
          </a:p>
        </p:txBody>
      </p:sp>
      <p:sp>
        <p:nvSpPr>
          <p:cNvPr id="3" name="number-22">
            <a:extLst xmlns:a="http://schemas.openxmlformats.org/drawingml/2006/main">
              <a:ext uri="{FF2B5EF4-FFF2-40B4-BE49-F238E27FC236}">
                <a16:creationId xmlns:a16="http://schemas.microsoft.com/office/drawing/2014/main" id="{5D35518E-0B9B-4DE9-B160-834C412F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recall">
            <a:extLst xmlns:a="http://schemas.openxmlformats.org/drawingml/2006/main">
              <a:ext uri="{FF2B5EF4-FFF2-40B4-BE49-F238E27FC236}">
                <a16:creationId xmlns:a16="http://schemas.microsoft.com/office/drawing/2014/main" id="{6B84FA5C-3402-4C18-90B5-E5D6F6C7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실제 성공 중 맞게 찾아낸 비율</a:t>
            </a:r>
          </a:p>
        </p:txBody>
      </p:sp>
      <p:sp>
        <p:nvSpPr>
          <p:cNvPr id="5" name="recall-detail">
            <a:extLst xmlns:a="http://schemas.openxmlformats.org/drawingml/2006/main">
              <a:ext uri="{FF2B5EF4-FFF2-40B4-BE49-F238E27FC236}">
                <a16:creationId xmlns:a16="http://schemas.microsoft.com/office/drawing/2014/main" id="{E9084E3A-5D7B-499D-9DA2-E5787D33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실제 성공을 얼마나 놓치지 않았는가? · FN을 함께 본다.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3">
            <a:extLst xmlns:a="http://schemas.openxmlformats.org/drawingml/2006/main">
              <a:ext uri="{FF2B5EF4-FFF2-40B4-BE49-F238E27FC236}">
                <a16:creationId xmlns:a16="http://schemas.microsoft.com/office/drawing/2014/main" id="{B4AF5CF9-19B8-4572-8BE9-24C98941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BASE RATE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3BA76D0C-50B1-4196-A8EC-9BF9DE29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기저율과 다수범주 기준선</a:t>
            </a:r>
          </a:p>
        </p:txBody>
      </p:sp>
      <p:sp>
        <p:nvSpPr>
          <p:cNvPr id="3" name="number-23">
            <a:extLst xmlns:a="http://schemas.openxmlformats.org/drawingml/2006/main">
              <a:ext uri="{FF2B5EF4-FFF2-40B4-BE49-F238E27FC236}">
                <a16:creationId xmlns:a16="http://schemas.microsoft.com/office/drawing/2014/main" id="{F137759F-69D3-4B06-AEC1-8E7DF0A9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79057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857500"/>
                <a:gridCol w="2476500"/>
              </a:tblGrid>
              <a:tr h="1238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가장 단순한 예측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기준 정확도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2382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10,000건 중 양성 10건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모두 음성으로 예측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9,990 / 10,000 = 99.9%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ase-rule">
            <a:extLst xmlns:a="http://schemas.openxmlformats.org/drawingml/2006/main">
              <a:ext uri="{FF2B5EF4-FFF2-40B4-BE49-F238E27FC236}">
                <a16:creationId xmlns:a16="http://schemas.microsoft.com/office/drawing/2014/main" id="{9A74EB86-97E5-4974-8AA7-29A5D17D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모델 성과는 기저율·다수범주 기준선을 넘어야 의미가 있다.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4">
            <a:extLst xmlns:a="http://schemas.openxmlformats.org/drawingml/2006/main">
              <a:ext uri="{FF2B5EF4-FFF2-40B4-BE49-F238E27FC236}">
                <a16:creationId xmlns:a16="http://schemas.microsoft.com/office/drawing/2014/main" id="{66F2918E-AEA2-4191-AAAB-DAFDEDDB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MANAGER HABIT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CA584530-BDAC-44A3-88D9-D2A59723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성과지표부터 요구한다</a:t>
            </a:r>
          </a:p>
        </p:txBody>
      </p:sp>
      <p:sp>
        <p:nvSpPr>
          <p:cNvPr id="3" name="number-24">
            <a:extLst xmlns:a="http://schemas.openxmlformats.org/drawingml/2006/main">
              <a:ext uri="{FF2B5EF4-FFF2-40B4-BE49-F238E27FC236}">
                <a16:creationId xmlns:a16="http://schemas.microsoft.com/office/drawing/2014/main" id="{8ABFDF3E-3A70-4A4F-8E79-2FD52CDE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4" name="metrics">
            <a:extLst xmlns:a="http://schemas.openxmlformats.org/drawingml/2006/main">
              <a:ext uri="{FF2B5EF4-FFF2-40B4-BE49-F238E27FC236}">
                <a16:creationId xmlns:a16="http://schemas.microsoft.com/office/drawing/2014/main" id="{9C1A10BB-9E48-46EC-B416-E4DF439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Accuracy · Precision · Recall</a:t>
            </a:r>
          </a:p>
        </p:txBody>
      </p:sp>
      <p:sp>
        <p:nvSpPr>
          <p:cNvPr id="5" name="metrics-detail">
            <a:extLst xmlns:a="http://schemas.openxmlformats.org/drawingml/2006/main">
              <a:ext uri="{FF2B5EF4-FFF2-40B4-BE49-F238E27FC236}">
                <a16:creationId xmlns:a16="http://schemas.microsoft.com/office/drawing/2014/main" id="{5054964E-0A3D-48AF-BCA2-5681D7A0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AI가 세 지표를 주지 않았다면, 해석과 처방보다 먼저 요구한다.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5">
            <a:extLst xmlns:a="http://schemas.openxmlformats.org/drawingml/2006/main">
              <a:ext uri="{FF2B5EF4-FFF2-40B4-BE49-F238E27FC236}">
                <a16:creationId xmlns:a16="http://schemas.microsoft.com/office/drawing/2014/main" id="{6095E4C4-997F-4D80-8C7C-2F66D85F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ASYMMETRIC COST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4F9D247C-E656-4527-AEA2-E97C91E2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오류마다 비용이 다르다</a:t>
            </a:r>
          </a:p>
        </p:txBody>
      </p:sp>
      <p:sp>
        <p:nvSpPr>
          <p:cNvPr id="3" name="number-25">
            <a:extLst xmlns:a="http://schemas.openxmlformats.org/drawingml/2006/main">
              <a:ext uri="{FF2B5EF4-FFF2-40B4-BE49-F238E27FC236}">
                <a16:creationId xmlns:a16="http://schemas.microsoft.com/office/drawing/2014/main" id="{D9CFFEAE-59B1-4997-AFD3-7686AAD5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4" name="cost">
            <a:extLst xmlns:a="http://schemas.openxmlformats.org/drawingml/2006/main">
              <a:ext uri="{FF2B5EF4-FFF2-40B4-BE49-F238E27FC236}">
                <a16:creationId xmlns:a16="http://schemas.microsoft.com/office/drawing/2014/main" id="{F0CC3E28-7C49-40C8-93D2-0EC7309C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같은 오류 한 건이라도 의사결정 비용은 다를 수 있다</a:t>
            </a:r>
          </a:p>
        </p:txBody>
      </p:sp>
      <p:sp>
        <p:nvSpPr>
          <p:cNvPr id="5" name="cost-detail">
            <a:extLst xmlns:a="http://schemas.openxmlformats.org/drawingml/2006/main">
              <a:ext uri="{FF2B5EF4-FFF2-40B4-BE49-F238E27FC236}">
                <a16:creationId xmlns:a16="http://schemas.microsoft.com/office/drawing/2014/main" id="{A34F77DC-F0C6-4B5E-AB84-89865D31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정확도만으로는 어떤 오류를 줄여야 하는지 결정할 수 없다.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26">
            <a:extLst xmlns:a="http://schemas.openxmlformats.org/drawingml/2006/main">
              <a:ext uri="{FF2B5EF4-FFF2-40B4-BE49-F238E27FC236}">
                <a16:creationId xmlns:a16="http://schemas.microsoft.com/office/drawing/2014/main" id="{AEB185D4-9DD9-4DBB-B031-ED70B4DC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COST MATRIX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11B2B8CF-D780-4699-921F-68407A0E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비용 행렬</a:t>
            </a:r>
          </a:p>
        </p:txBody>
      </p:sp>
      <p:sp>
        <p:nvSpPr>
          <p:cNvPr id="3" name="number-26">
            <a:extLst xmlns:a="http://schemas.openxmlformats.org/drawingml/2006/main">
              <a:ext uri="{FF2B5EF4-FFF2-40B4-BE49-F238E27FC236}">
                <a16:creationId xmlns:a16="http://schemas.microsoft.com/office/drawing/2014/main" id="{04CDEC66-1F5C-469E-A6F0-3D811D33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571625" y="1428750"/>
          <a:ext xmlns:a="http://schemas.openxmlformats.org/drawingml/2006/main" cx="600075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143125"/>
                <a:gridCol w="2143125"/>
              </a:tblGrid>
              <a:tr h="1158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Predicted +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Predicted −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58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Actual +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TP 비용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FN 비용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5887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Actual −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FP 비용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TN 비용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7">
            <a:extLst xmlns:a="http://schemas.openxmlformats.org/drawingml/2006/main">
              <a:ext uri="{FF2B5EF4-FFF2-40B4-BE49-F238E27FC236}">
                <a16:creationId xmlns:a16="http://schemas.microsoft.com/office/drawing/2014/main" id="{09CB6AAB-EBFF-43B3-B0D1-DD0CC03B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1.3 · DECISION BOUNDARY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15A8E9D7-608F-4406-B36B-B35399D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오류 비용 자료가 없을 때</a:t>
            </a:r>
          </a:p>
        </p:txBody>
      </p:sp>
      <p:sp>
        <p:nvSpPr>
          <p:cNvPr id="3" name="number-27">
            <a:extLst xmlns:a="http://schemas.openxmlformats.org/drawingml/2006/main">
              <a:ext uri="{FF2B5EF4-FFF2-40B4-BE49-F238E27FC236}">
                <a16:creationId xmlns:a16="http://schemas.microsoft.com/office/drawing/2014/main" id="{BACB8AE0-66E7-4C7B-BCA8-989B6A9E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4" name="missing-cost">
            <a:extLst xmlns:a="http://schemas.openxmlformats.org/drawingml/2006/main">
              <a:ext uri="{FF2B5EF4-FFF2-40B4-BE49-F238E27FC236}">
                <a16:creationId xmlns:a16="http://schemas.microsoft.com/office/drawing/2014/main" id="{9A70303A-50C3-4D0A-A12B-2D717A85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오류 비용 자료가 없으면 무엇을 확정할 수 없는가</a:t>
            </a:r>
          </a:p>
        </p:txBody>
      </p:sp>
      <p:sp>
        <p:nvSpPr>
          <p:cNvPr id="5" name="missing-cost-detail">
            <a:extLst xmlns:a="http://schemas.openxmlformats.org/drawingml/2006/main">
              <a:ext uri="{FF2B5EF4-FFF2-40B4-BE49-F238E27FC236}">
                <a16:creationId xmlns:a16="http://schemas.microsoft.com/office/drawing/2014/main" id="{08A30A5B-2D82-47A8-ABF9-B8EA19A9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숫자를 지어내지 않는다. 어떤 오류가 누구에게 얼마나 비싼지 먼저 요구한다.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8">
            <a:extLst xmlns:a="http://schemas.openxmlformats.org/drawingml/2006/main">
              <a:ext uri="{FF2B5EF4-FFF2-40B4-BE49-F238E27FC236}">
                <a16:creationId xmlns:a16="http://schemas.microsoft.com/office/drawing/2014/main" id="{5352C620-36A0-4CD8-8E6B-7B33612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TARGET DEFINITION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814005E8-6CD6-4370-A561-027DD78F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목표변수 정의부터 읽는다</a:t>
            </a:r>
          </a:p>
        </p:txBody>
      </p:sp>
      <p:sp>
        <p:nvSpPr>
          <p:cNvPr id="3" name="number-28">
            <a:extLst xmlns:a="http://schemas.openxmlformats.org/drawingml/2006/main">
              <a:ext uri="{FF2B5EF4-FFF2-40B4-BE49-F238E27FC236}">
                <a16:creationId xmlns:a16="http://schemas.microsoft.com/office/drawing/2014/main" id="{2C11D54F-70C6-4739-8BBB-90F7A648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4" name="target">
            <a:extLst xmlns:a="http://schemas.openxmlformats.org/drawingml/2006/main">
              <a:ext uri="{FF2B5EF4-FFF2-40B4-BE49-F238E27FC236}">
                <a16:creationId xmlns:a16="http://schemas.microsoft.com/office/drawing/2014/main" id="{453FB72C-9F6B-451C-AD18-81D4D050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0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‘성공’은 무엇을 재는가</a:t>
            </a:r>
          </a:p>
        </p:txBody>
      </p:sp>
      <p:sp>
        <p:nvSpPr>
          <p:cNvPr id="5" name="target-detail">
            <a:extLst xmlns:a="http://schemas.openxmlformats.org/drawingml/2006/main">
              <a:ext uri="{FF2B5EF4-FFF2-40B4-BE49-F238E27FC236}">
                <a16:creationId xmlns:a16="http://schemas.microsoft.com/office/drawing/2014/main" id="{556E2C75-41AE-46C8-A9E7-DE34BD6B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매출인가 · 평점인가 · 유지인가 · 승인인가 — 이름 대신 정의를 읽는다.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29">
            <a:extLst xmlns:a="http://schemas.openxmlformats.org/drawingml/2006/main">
              <a:ext uri="{FF2B5EF4-FFF2-40B4-BE49-F238E27FC236}">
                <a16:creationId xmlns:a16="http://schemas.microsoft.com/office/drawing/2014/main" id="{67268BF7-7360-48AF-B3DD-644F11B2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TARGET LEAKAGE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A133F213-5B11-4E31-A993-81E4F72E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목표 누출과 순환</a:t>
            </a:r>
          </a:p>
        </p:txBody>
      </p:sp>
      <p:sp>
        <p:nvSpPr>
          <p:cNvPr id="3" name="number-29">
            <a:extLst xmlns:a="http://schemas.openxmlformats.org/drawingml/2006/main">
              <a:ext uri="{FF2B5EF4-FFF2-40B4-BE49-F238E27FC236}">
                <a16:creationId xmlns:a16="http://schemas.microsoft.com/office/drawing/2014/main" id="{526BE408-5E9A-4B54-A092-6078BE28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4" name="leakage">
            <a:extLst xmlns:a="http://schemas.openxmlformats.org/drawingml/2006/main">
              <a:ext uri="{FF2B5EF4-FFF2-40B4-BE49-F238E27FC236}">
                <a16:creationId xmlns:a16="http://schemas.microsoft.com/office/drawing/2014/main" id="{5373F5BE-B130-4DC5-9191-428F2988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이 변수는 결과의 원인인가, 결과 때문에 붙은 이름표인가</a:t>
            </a:r>
          </a:p>
        </p:txBody>
      </p:sp>
      <p:sp>
        <p:nvSpPr>
          <p:cNvPr id="5" name="leakage-detail">
            <a:extLst xmlns:a="http://schemas.openxmlformats.org/drawingml/2006/main">
              <a:ext uri="{FF2B5EF4-FFF2-40B4-BE49-F238E27FC236}">
                <a16:creationId xmlns:a16="http://schemas.microsoft.com/office/drawing/2014/main" id="{31E6ED55-1923-41B9-B26A-9D21D356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결과로 만들어진 라벨은 예측할 수 있어도 당길 레버가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30">
            <a:extLst xmlns:a="http://schemas.openxmlformats.org/drawingml/2006/main">
              <a:ext uri="{FF2B5EF4-FFF2-40B4-BE49-F238E27FC236}">
                <a16:creationId xmlns:a16="http://schemas.microsoft.com/office/drawing/2014/main" id="{4EB781BD-41B3-4576-A477-247DAAA9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PREDICTION VS ACTION</a:t>
            </a:r>
          </a:p>
        </p:txBody>
      </p:sp>
      <p:sp>
        <p:nvSpPr>
          <p:cNvPr id="2" name="title-30">
            <a:extLst xmlns:a="http://schemas.openxmlformats.org/drawingml/2006/main">
              <a:ext uri="{FF2B5EF4-FFF2-40B4-BE49-F238E27FC236}">
                <a16:creationId xmlns:a16="http://schemas.microsoft.com/office/drawing/2014/main" id="{CE084077-EEAA-4DA0-9192-2C26D18F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예측 인자와 레버</a:t>
            </a:r>
          </a:p>
        </p:txBody>
      </p:sp>
      <p:sp>
        <p:nvSpPr>
          <p:cNvPr id="3" name="number-30">
            <a:extLst xmlns:a="http://schemas.openxmlformats.org/drawingml/2006/main">
              <a:ext uri="{FF2B5EF4-FFF2-40B4-BE49-F238E27FC236}">
                <a16:creationId xmlns:a16="http://schemas.microsoft.com/office/drawing/2014/main" id="{660256AD-F771-4D5E-9713-B1EABAE0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7905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4191000"/>
              </a:tblGrid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예측 인자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당길 수 있는 레버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결과와 함께 움직여 예측에 도움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관리자가 실제로 바꿀 수 있고 결과가 따라올 근거가 있음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식별에 유용할 수 있음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처방에는 추가 인과 근거가 필요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31">
            <a:extLst xmlns:a="http://schemas.openxmlformats.org/drawingml/2006/main">
              <a:ext uri="{FF2B5EF4-FFF2-40B4-BE49-F238E27FC236}">
                <a16:creationId xmlns:a16="http://schemas.microsoft.com/office/drawing/2014/main" id="{EA12FE33-9ADF-4788-A283-0B57F020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1.4 · THREE TRAPS</a:t>
            </a:r>
          </a:p>
        </p:txBody>
      </p:sp>
      <p:sp>
        <p:nvSpPr>
          <p:cNvPr id="2" name="title-31">
            <a:extLst xmlns:a="http://schemas.openxmlformats.org/drawingml/2006/main">
              <a:ext uri="{FF2B5EF4-FFF2-40B4-BE49-F238E27FC236}">
                <a16:creationId xmlns:a16="http://schemas.microsoft.com/office/drawing/2014/main" id="{DC8B21E0-0912-4AFD-BA9C-B345A5E4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세 함정의 위계</a:t>
            </a:r>
          </a:p>
        </p:txBody>
      </p:sp>
      <p:sp>
        <p:nvSpPr>
          <p:cNvPr id="3" name="number-31">
            <a:extLst xmlns:a="http://schemas.openxmlformats.org/drawingml/2006/main">
              <a:ext uri="{FF2B5EF4-FFF2-40B4-BE49-F238E27FC236}">
                <a16:creationId xmlns:a16="http://schemas.microsoft.com/office/drawing/2014/main" id="{5FAA4798-1518-4785-852D-637AD96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8096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2695575"/>
                <a:gridCol w="2695575"/>
              </a:tblGrid>
              <a:tr h="1428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중심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보조 1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보조 2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428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 누출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레버인가 라벨인가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기저율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성과가 기준선을 넘나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 비대칭</a:t>
                      </a:r>
                    </a:p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오류가 더 비싼가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32">
            <a:extLst xmlns:a="http://schemas.openxmlformats.org/drawingml/2006/main">
              <a:ext uri="{FF2B5EF4-FFF2-40B4-BE49-F238E27FC236}">
                <a16:creationId xmlns:a16="http://schemas.microsoft.com/office/drawing/2014/main" id="{B18C2544-3A5B-4FC6-88F4-B7E243C5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FIVE QUESTIONS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974D29D6-7A2B-4D4D-9808-F722AF4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분류 검증 5문 ①–③</a:t>
            </a:r>
          </a:p>
        </p:txBody>
      </p:sp>
      <p:sp>
        <p:nvSpPr>
          <p:cNvPr id="3" name="number-32">
            <a:extLst xmlns:a="http://schemas.openxmlformats.org/drawingml/2006/main">
              <a:ext uri="{FF2B5EF4-FFF2-40B4-BE49-F238E27FC236}">
                <a16:creationId xmlns:a16="http://schemas.microsoft.com/office/drawing/2014/main" id="{1263CFD4-EDAD-4EC7-B7FC-A82125C2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32</a:t>
            </a:r>
          </a:p>
        </p:txBody>
      </p:sp>
      <p:sp>
        <p:nvSpPr>
          <p:cNvPr id="4" name="q123">
            <a:extLst xmlns:a="http://schemas.openxmlformats.org/drawingml/2006/main">
              <a:ext uri="{FF2B5EF4-FFF2-40B4-BE49-F238E27FC236}">
                <a16:creationId xmlns:a16="http://schemas.microsoft.com/office/drawing/2014/main" id="{55F42796-0860-476A-9C9D-BF9730B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524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① 이 변수는 결과의 원인인가, 결과로 만든 라벨인가?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② 오즈비는 어느 구간·단위의 값이며 확률과 혼동하지 않았나?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③ 정확도·정밀도·재현율을 줬나 — 기저율을 넘는가?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3">
            <a:extLst xmlns:a="http://schemas.openxmlformats.org/drawingml/2006/main">
              <a:ext uri="{FF2B5EF4-FFF2-40B4-BE49-F238E27FC236}">
                <a16:creationId xmlns:a16="http://schemas.microsoft.com/office/drawing/2014/main" id="{6079732C-5558-45ED-8CC8-C6FE8ED4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FIVE QUESTIONS</a:t>
            </a:r>
          </a:p>
        </p:txBody>
      </p:sp>
      <p:sp>
        <p:nvSpPr>
          <p:cNvPr id="2" name="title-33">
            <a:extLst xmlns:a="http://schemas.openxmlformats.org/drawingml/2006/main">
              <a:ext uri="{FF2B5EF4-FFF2-40B4-BE49-F238E27FC236}">
                <a16:creationId xmlns:a16="http://schemas.microsoft.com/office/drawing/2014/main" id="{B44474F6-FD17-4981-80EA-FA40857F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분류 검증 5문 ④–⑤</a:t>
            </a:r>
          </a:p>
        </p:txBody>
      </p:sp>
      <p:sp>
        <p:nvSpPr>
          <p:cNvPr id="3" name="number-33">
            <a:extLst xmlns:a="http://schemas.openxmlformats.org/drawingml/2006/main">
              <a:ext uri="{FF2B5EF4-FFF2-40B4-BE49-F238E27FC236}">
                <a16:creationId xmlns:a16="http://schemas.microsoft.com/office/drawing/2014/main" id="{8404CC31-2069-4961-BD9C-E96A46CE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33</a:t>
            </a:r>
          </a:p>
        </p:txBody>
      </p:sp>
      <p:sp>
        <p:nvSpPr>
          <p:cNvPr id="4" name="q45">
            <a:extLst xmlns:a="http://schemas.openxmlformats.org/drawingml/2006/main">
              <a:ext uri="{FF2B5EF4-FFF2-40B4-BE49-F238E27FC236}">
                <a16:creationId xmlns:a16="http://schemas.microsoft.com/office/drawing/2014/main" id="{4AA6A8A0-7679-4FDA-A8F9-329C16D7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52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④ 반직관적 부호는 견고한가, 측정·코딩의 산물인가?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⑤ 결과는 무엇을 재며 표본은 누구인가?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8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추가 질문: 오류 비용 자료가 있는가 — 없으면 무엇을 확정할 수 없는가?</a:t>
            </a:r>
          </a:p>
        </p:txBody>
      </p:sp>
      <p:sp>
        <p:nvSpPr>
          <p:cNvPr id="5" name="question-boundary">
            <a:extLst xmlns:a="http://schemas.openxmlformats.org/drawingml/2006/main">
              <a:ext uri="{FF2B5EF4-FFF2-40B4-BE49-F238E27FC236}">
                <a16:creationId xmlns:a16="http://schemas.microsoft.com/office/drawing/2014/main" id="{812A5C56-FEB2-4EE8-98DA-7E46F869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질문에서 멈춘다. 사례의 판정은 2블록에서 학생이 발견한다.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34">
            <a:extLst xmlns:a="http://schemas.openxmlformats.org/drawingml/2006/main">
              <a:ext uri="{FF2B5EF4-FFF2-40B4-BE49-F238E27FC236}">
                <a16:creationId xmlns:a16="http://schemas.microsoft.com/office/drawing/2014/main" id="{4A09FAD3-3E1E-462B-9455-239AF054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READY CHECK</a:t>
            </a:r>
          </a:p>
        </p:txBody>
      </p:sp>
      <p:sp>
        <p:nvSpPr>
          <p:cNvPr id="2" name="title-34">
            <a:extLst xmlns:a="http://schemas.openxmlformats.org/drawingml/2006/main">
              <a:ext uri="{FF2B5EF4-FFF2-40B4-BE49-F238E27FC236}">
                <a16:creationId xmlns:a16="http://schemas.microsoft.com/office/drawing/2014/main" id="{1CA049F9-C2A1-4240-A607-6222B480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사례 전 준비 점검</a:t>
            </a:r>
          </a:p>
        </p:txBody>
      </p:sp>
      <p:sp>
        <p:nvSpPr>
          <p:cNvPr id="3" name="number-34">
            <a:extLst xmlns:a="http://schemas.openxmlformats.org/drawingml/2006/main">
              <a:ext uri="{FF2B5EF4-FFF2-40B4-BE49-F238E27FC236}">
                <a16:creationId xmlns:a16="http://schemas.microsoft.com/office/drawing/2014/main" id="{20569FDE-01B4-4723-817E-E631BA2A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4" name="ready">
            <a:extLst xmlns:a="http://schemas.openxmlformats.org/drawingml/2006/main">
              <a:ext uri="{FF2B5EF4-FFF2-40B4-BE49-F238E27FC236}">
                <a16:creationId xmlns:a16="http://schemas.microsoft.com/office/drawing/2014/main" id="{5B5527CB-A4E9-4FF5-A84E-65E1E98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72390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결과/목표변수의 정의를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오즈비의 단위·구간과 확률의 차이를 확인한다.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성과지표를 기저율과 견준다.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예측 인자와 레버를 가르고 오류 비용 자료를 요구한다.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5">
            <a:extLst xmlns:a="http://schemas.openxmlformats.org/drawingml/2006/main">
              <a:ext uri="{FF2B5EF4-FFF2-40B4-BE49-F238E27FC236}">
                <a16:creationId xmlns:a16="http://schemas.microsoft.com/office/drawing/2014/main" id="{B0124B85-8EB5-4BAB-BCEF-16B8C014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1.5 · BRIDGE TO CASE</a:t>
            </a:r>
          </a:p>
        </p:txBody>
      </p:sp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1960A745-BECB-40E6-9259-9F334963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이 ‘레버’를 믿어도 되는가</a:t>
            </a:r>
          </a:p>
        </p:txBody>
      </p:sp>
      <p:sp>
        <p:nvSpPr>
          <p:cNvPr id="3" name="number-35">
            <a:extLst xmlns:a="http://schemas.openxmlformats.org/drawingml/2006/main">
              <a:ext uri="{FF2B5EF4-FFF2-40B4-BE49-F238E27FC236}">
                <a16:creationId xmlns:a16="http://schemas.microsoft.com/office/drawing/2014/main" id="{01B52AE8-8BF1-4DF0-9A82-4AB1003E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35</a:t>
            </a:r>
          </a:p>
        </p:txBody>
      </p:sp>
      <p:sp>
        <p:nvSpPr>
          <p:cNvPr id="4" name="bridge">
            <a:extLst xmlns:a="http://schemas.openxmlformats.org/drawingml/2006/main">
              <a:ext uri="{FF2B5EF4-FFF2-40B4-BE49-F238E27FC236}">
                <a16:creationId xmlns:a16="http://schemas.microsoft.com/office/drawing/2014/main" id="{B5FBF4A3-7E35-4DA2-A15A-206C4C4C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분류 검증 5문으로 AI의 자신 있는 처방을 검증한다</a:t>
            </a:r>
          </a:p>
        </p:txBody>
      </p:sp>
      <p:sp>
        <p:nvSpPr>
          <p:cNvPr id="5" name="bridge-detail">
            <a:extLst xmlns:a="http://schemas.openxmlformats.org/drawingml/2006/main">
              <a:ext uri="{FF2B5EF4-FFF2-40B4-BE49-F238E27FC236}">
                <a16:creationId xmlns:a16="http://schemas.microsoft.com/office/drawing/2014/main" id="{3FE49D48-147F-4D42-9A11-7BBDCC2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답은 2블록에서 학생이 자료를 대조하며 찾는다.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36">
            <a:extLst xmlns:a="http://schemas.openxmlformats.org/drawingml/2006/main">
              <a:ext uri="{FF2B5EF4-FFF2-40B4-BE49-F238E27FC236}">
                <a16:creationId xmlns:a16="http://schemas.microsoft.com/office/drawing/2014/main" id="{70166776-AAED-454E-A00B-323D1EA1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CASE · 15 MIN</a:t>
            </a:r>
          </a:p>
        </p:txBody>
      </p:sp>
      <p:sp>
        <p:nvSpPr>
          <p:cNvPr id="2" name="title-36">
            <a:extLst xmlns:a="http://schemas.openxmlformats.org/drawingml/2006/main">
              <a:ext uri="{FF2B5EF4-FFF2-40B4-BE49-F238E27FC236}">
                <a16:creationId xmlns:a16="http://schemas.microsoft.com/office/drawing/2014/main" id="{F31C8D39-B827-461C-8E0A-1DFC30A1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AirbnbSuccessSignals 사례</a:t>
            </a:r>
          </a:p>
        </p:txBody>
      </p:sp>
      <p:sp>
        <p:nvSpPr>
          <p:cNvPr id="3" name="number-36">
            <a:extLst xmlns:a="http://schemas.openxmlformats.org/drawingml/2006/main">
              <a:ext uri="{FF2B5EF4-FFF2-40B4-BE49-F238E27FC236}">
                <a16:creationId xmlns:a16="http://schemas.microsoft.com/office/drawing/2014/main" id="{9BF67505-299E-4449-B36E-34FABA7E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36</a:t>
            </a:r>
          </a:p>
        </p:txBody>
      </p:sp>
      <p:sp>
        <p:nvSpPr>
          <p:cNvPr id="4" name="case">
            <a:extLst xmlns:a="http://schemas.openxmlformats.org/drawingml/2006/main">
              <a:ext uri="{FF2B5EF4-FFF2-40B4-BE49-F238E27FC236}">
                <a16:creationId xmlns:a16="http://schemas.microsoft.com/office/drawing/2014/main" id="{D180494A-AA01-4275-8AD6-DB09BF75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가장 강력해 보이는 신호가 가장 의심해야 할 신호였다</a:t>
            </a:r>
          </a:p>
        </p:txBody>
      </p:sp>
      <p:sp>
        <p:nvSpPr>
          <p:cNvPr id="5" name="case-detail">
            <a:extLst xmlns:a="http://schemas.openxmlformats.org/drawingml/2006/main">
              <a:ext uri="{FF2B5EF4-FFF2-40B4-BE49-F238E27FC236}">
                <a16:creationId xmlns:a16="http://schemas.microsoft.com/office/drawing/2014/main" id="{7D66639A-49CF-4BE9-81C3-B456F94B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6953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B6573"/>
                </a:solidFill>
                <a:latin typeface="Apple SD Gothic Neo"/>
                <a:ea typeface="Apple SD Gothic Neo"/>
                <a:cs typeface="Apple SD Gothic Neo"/>
              </a:rPr>
              <a:t>플랫폼 운영·분석 매니저로서 AI의 분석을 호스트 가이드와 검색 노출 정책에 반영할지 결정한다.</a:t>
            </a:r>
          </a:p>
        </p:txBody>
      </p:sp>
      <p:sp>
        <p:nvSpPr>
          <p:cNvPr id="6" name="distribution">
            <a:extLst xmlns:a="http://schemas.openxmlformats.org/drawingml/2006/main">
              <a:ext uri="{FF2B5EF4-FFF2-40B4-BE49-F238E27FC236}">
                <a16:creationId xmlns:a16="http://schemas.microsoft.com/office/drawing/2014/main" id="{A4641EEA-AB4B-4379-B48D-5AE1AEE7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Case Handout 배포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7">
            <a:extLst xmlns:a="http://schemas.openxmlformats.org/drawingml/2006/main">
              <a:ext uri="{FF2B5EF4-FFF2-40B4-BE49-F238E27FC236}">
                <a16:creationId xmlns:a16="http://schemas.microsoft.com/office/drawing/2014/main" id="{052CC634-B8B5-4E79-A3D7-37DE4F9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CASE FACTS</a:t>
            </a:r>
          </a:p>
        </p:txBody>
      </p:sp>
      <p:sp>
        <p:nvSpPr>
          <p:cNvPr id="2" name="title-37">
            <a:extLst xmlns:a="http://schemas.openxmlformats.org/drawingml/2006/main">
              <a:ext uri="{FF2B5EF4-FFF2-40B4-BE49-F238E27FC236}">
                <a16:creationId xmlns:a16="http://schemas.microsoft.com/office/drawing/2014/main" id="{47B7C7DC-DB00-4B2E-804F-E79C6F1B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사례의 데이터와 결과 정의</a:t>
            </a:r>
          </a:p>
        </p:txBody>
      </p:sp>
      <p:sp>
        <p:nvSpPr>
          <p:cNvPr id="3" name="number-37">
            <a:extLst xmlns:a="http://schemas.openxmlformats.org/drawingml/2006/main">
              <a:ext uri="{FF2B5EF4-FFF2-40B4-BE49-F238E27FC236}">
                <a16:creationId xmlns:a16="http://schemas.microsoft.com/office/drawing/2014/main" id="{66DA3D0D-AACD-4839-9888-5B621DA1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333375" y="1857375"/>
          <a:ext xmlns:a="http://schemas.openxmlformats.org/drawingml/2006/main" cx="847725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809750"/>
                <a:gridCol w="2619375"/>
                <a:gridCol w="1714500"/>
              </a:tblGrid>
              <a:tr h="1214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성공의 정의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비율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214438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맨해튼 숙소 1,673곳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2018년 중반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종합 리뷰 평점 5.0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acts-note">
            <a:extLst xmlns:a="http://schemas.openxmlformats.org/drawingml/2006/main">
              <a:ext uri="{FF2B5EF4-FFF2-40B4-BE49-F238E27FC236}">
                <a16:creationId xmlns:a16="http://schemas.microsoft.com/office/drawing/2014/main" id="{05E6E1D3-CFA1-4D63-B864-97E0F296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05375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공개 리스팅 · 상관/연관이지 인과 아님 · ‘성공’은 매출이 아님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38">
            <a:extLst xmlns:a="http://schemas.openxmlformats.org/drawingml/2006/main">
              <a:ext uri="{FF2B5EF4-FFF2-40B4-BE49-F238E27FC236}">
                <a16:creationId xmlns:a16="http://schemas.microsoft.com/office/drawing/2014/main" id="{0F45E0FF-C2EF-4712-8E0A-2D1B9C47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SURFACE LURE</a:t>
            </a:r>
          </a:p>
        </p:txBody>
      </p:sp>
      <p:sp>
        <p:nvSpPr>
          <p:cNvPr id="2" name="title-38">
            <a:extLst xmlns:a="http://schemas.openxmlformats.org/drawingml/2006/main">
              <a:ext uri="{FF2B5EF4-FFF2-40B4-BE49-F238E27FC236}">
                <a16:creationId xmlns:a16="http://schemas.microsoft.com/office/drawing/2014/main" id="{25E75384-6FFD-4CEA-95D5-49519DC1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AI의 ‘성공 레버’ 주장</a:t>
            </a:r>
          </a:p>
        </p:txBody>
      </p:sp>
      <p:sp>
        <p:nvSpPr>
          <p:cNvPr id="3" name="number-38">
            <a:extLst xmlns:a="http://schemas.openxmlformats.org/drawingml/2006/main">
              <a:ext uri="{FF2B5EF4-FFF2-40B4-BE49-F238E27FC236}">
                <a16:creationId xmlns:a16="http://schemas.microsoft.com/office/drawing/2014/main" id="{A82FEF7A-3280-4C8A-9343-991D6C39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1238250"/>
          <a:ext xmlns:a="http://schemas.openxmlformats.org/drawingml/2006/main" cx="80962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4048125"/>
              </a:tblGrid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AI가 제안한 지침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표면 주장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모든 호스트를 슈퍼호스트로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오즈 약 11배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편의시설을 조금이라도 늘리기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오즈 11배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환불을 유연하게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엄격 환불은 불리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천천히 응답하기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초고속 응답은 불리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no-judgment">
            <a:extLst xmlns:a="http://schemas.openxmlformats.org/drawingml/2006/main">
              <a:ext uri="{FF2B5EF4-FFF2-40B4-BE49-F238E27FC236}">
                <a16:creationId xmlns:a16="http://schemas.microsoft.com/office/drawing/2014/main" id="{70F0EAFB-CA6A-4505-8131-BB7BFECA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6197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아직 채택하거나 반박하지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ection-39">
            <a:extLst xmlns:a="http://schemas.openxmlformats.org/drawingml/2006/main">
              <a:ext uri="{FF2B5EF4-FFF2-40B4-BE49-F238E27FC236}">
                <a16:creationId xmlns:a16="http://schemas.microsoft.com/office/drawing/2014/main" id="{B323BEEC-C7D5-4203-A8DD-65AD06AE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2.1 · FIGURE PLACEHOLDER</a:t>
            </a:r>
          </a:p>
        </p:txBody>
      </p:sp>
      <p:sp>
        <p:nvSpPr>
          <p:cNvPr id="2" name="title-39">
            <a:extLst xmlns:a="http://schemas.openxmlformats.org/drawingml/2006/main">
              <a:ext uri="{FF2B5EF4-FFF2-40B4-BE49-F238E27FC236}">
                <a16:creationId xmlns:a16="http://schemas.microsoft.com/office/drawing/2014/main" id="{8CAF7DFB-3A1D-4310-BC6C-CEAF68B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오즈비 도판 · 학생판/교원판</a:t>
            </a:r>
          </a:p>
        </p:txBody>
      </p:sp>
      <p:sp>
        <p:nvSpPr>
          <p:cNvPr id="3" name="number-39">
            <a:extLst xmlns:a="http://schemas.openxmlformats.org/drawingml/2006/main">
              <a:ext uri="{FF2B5EF4-FFF2-40B4-BE49-F238E27FC236}">
                <a16:creationId xmlns:a16="http://schemas.microsoft.com/office/drawing/2014/main" id="{CF850B75-F435-4641-9EBD-609F987E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0">
            <a:extLst xmlns:a="http://schemas.openxmlformats.org/drawingml/2006/main">
              <a:ext uri="{FF2B5EF4-FFF2-40B4-BE49-F238E27FC236}">
                <a16:creationId xmlns:a16="http://schemas.microsoft.com/office/drawing/2014/main" id="{86A99F4B-3016-4DD0-8FE2-C3C8DD4C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2.2 · INSTRUCTOR DEMO · ABOUT 20 MIN</a:t>
            </a:r>
          </a:p>
        </p:txBody>
      </p:sp>
      <p:sp>
        <p:nvSpPr>
          <p:cNvPr id="2" name="title-40">
            <a:extLst xmlns:a="http://schemas.openxmlformats.org/drawingml/2006/main">
              <a:ext uri="{FF2B5EF4-FFF2-40B4-BE49-F238E27FC236}">
                <a16:creationId xmlns:a16="http://schemas.microsoft.com/office/drawing/2014/main" id="{897ACE4B-E435-42EC-BA1A-85BDD257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질문에서 멈춘다</a:t>
            </a:r>
          </a:p>
        </p:txBody>
      </p:sp>
      <p:sp>
        <p:nvSpPr>
          <p:cNvPr id="3" name="number-40">
            <a:extLst xmlns:a="http://schemas.openxmlformats.org/drawingml/2006/main">
              <a:ext uri="{FF2B5EF4-FFF2-40B4-BE49-F238E27FC236}">
                <a16:creationId xmlns:a16="http://schemas.microsoft.com/office/drawing/2014/main" id="{204F064B-9E2C-4E01-BBD1-08B275F7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428625" y="1285875"/>
          <a:ext xmlns:a="http://schemas.openxmlformats.org/drawingml/2006/main" cx="828675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857875"/>
              </a:tblGrid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 질문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강사가 묻고 멈추는 지점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레버인가 라벨인가?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평점이 높아서 배지가 붙었나, 배지가 붙어서 평점이 올랐나?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11배는 무엇의 배수인가?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오즈인가 확률인가? 어느 구간의 값인가?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976313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성과는 기준선을 넘는가?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45.4%일 때 다수범주 기준선은 얼마인가?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top-rule">
            <a:extLst xmlns:a="http://schemas.openxmlformats.org/drawingml/2006/main">
              <a:ext uri="{FF2B5EF4-FFF2-40B4-BE49-F238E27FC236}">
                <a16:creationId xmlns:a16="http://schemas.microsoft.com/office/drawing/2014/main" id="{B6CD8A3E-E1F4-4193-B059-4764A0A2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292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여기서 멈춘다. 정답·계산 결과·행동 판정을 말하지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1">
            <a:extLst xmlns:a="http://schemas.openxmlformats.org/drawingml/2006/main">
              <a:ext uri="{FF2B5EF4-FFF2-40B4-BE49-F238E27FC236}">
                <a16:creationId xmlns:a16="http://schemas.microsoft.com/office/drawing/2014/main" id="{4B42E2F0-A81C-46E3-96B8-B2DF40D8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2.3 · GUIDED VERIFY · ABOUT 20 MIN</a:t>
            </a:r>
          </a:p>
        </p:txBody>
      </p:sp>
      <p:sp>
        <p:nvSpPr>
          <p:cNvPr id="2" name="title-41">
            <a:extLst xmlns:a="http://schemas.openxmlformats.org/drawingml/2006/main">
              <a:ext uri="{FF2B5EF4-FFF2-40B4-BE49-F238E27FC236}">
                <a16:creationId xmlns:a16="http://schemas.microsoft.com/office/drawing/2014/main" id="{384BBD3C-7B07-4F92-A83D-2C9399B7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학생 발견 ① · 레버인가 이름표인가</a:t>
            </a:r>
          </a:p>
        </p:txBody>
      </p:sp>
      <p:sp>
        <p:nvSpPr>
          <p:cNvPr id="3" name="number-41">
            <a:extLst xmlns:a="http://schemas.openxmlformats.org/drawingml/2006/main">
              <a:ext uri="{FF2B5EF4-FFF2-40B4-BE49-F238E27FC236}">
                <a16:creationId xmlns:a16="http://schemas.microsoft.com/office/drawing/2014/main" id="{6C3FBE05-DBAD-44E0-808F-46D81EAF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41</a:t>
            </a:r>
          </a:p>
        </p:txBody>
      </p:sp>
      <p:sp>
        <p:nvSpPr>
          <p:cNvPr id="4" name="leakage-questions">
            <a:extLst xmlns:a="http://schemas.openxmlformats.org/drawingml/2006/main">
              <a:ext uri="{FF2B5EF4-FFF2-40B4-BE49-F238E27FC236}">
                <a16:creationId xmlns:a16="http://schemas.microsoft.com/office/drawing/2014/main" id="{5F79B72D-1AAB-4971-9FBA-A51ED541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7334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Student AI Exhibit의 배지 자격 사실 박스를 읽는다.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높은 평점과 배지 부여의 방향을 표시한다.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예측 인자인지 당길 수 있는 레버인지 판정한다.</a:t>
            </a:r>
          </a:p>
          <a:p xmlns:a="http://schemas.openxmlformats.org/drawingml/2006/main">
            <a:pPr marL="241300" indent="-114300" algn="l">
              <a:lnSpc>
                <a:spcPct val="110000"/>
              </a:lnSpc>
              <a:spcAft>
                <a:spcPts val="1500"/>
              </a:spcAft>
              <a:buNone/>
              <a:def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‘모두 전환’ 지침을 실행/보류하고 이유를 적는다.</a:t>
            </a:r>
          </a:p>
        </p:txBody>
      </p:sp>
      <p:sp>
        <p:nvSpPr>
          <p:cNvPr id="5" name="distribution">
            <a:extLst xmlns:a="http://schemas.openxmlformats.org/drawingml/2006/main">
              <a:ext uri="{FF2B5EF4-FFF2-40B4-BE49-F238E27FC236}">
                <a16:creationId xmlns:a16="http://schemas.microsoft.com/office/drawing/2014/main" id="{F46FDA29-9F63-4114-888C-BED2AE3C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8637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Student AI Exhibit + Verification Worksheet 배포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2">
            <a:extLst xmlns:a="http://schemas.openxmlformats.org/drawingml/2006/main">
              <a:ext uri="{FF2B5EF4-FFF2-40B4-BE49-F238E27FC236}">
                <a16:creationId xmlns:a16="http://schemas.microsoft.com/office/drawing/2014/main" id="{C03E945D-997C-4A1B-932F-0C5917F3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2.3 · GUIDED VERIFY</a:t>
            </a:r>
          </a:p>
        </p:txBody>
      </p:sp>
      <p:sp>
        <p:nvSpPr>
          <p:cNvPr id="2" name="title-42">
            <a:extLst xmlns:a="http://schemas.openxmlformats.org/drawingml/2006/main">
              <a:ext uri="{FF2B5EF4-FFF2-40B4-BE49-F238E27FC236}">
                <a16:creationId xmlns:a16="http://schemas.microsoft.com/office/drawing/2014/main" id="{0AA59393-ADE7-4508-BE3C-BBA2B453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학생 발견 ② · 기준선과 오류 비용</a:t>
            </a:r>
          </a:p>
        </p:txBody>
      </p:sp>
      <p:sp>
        <p:nvSpPr>
          <p:cNvPr id="3" name="number-42">
            <a:extLst xmlns:a="http://schemas.openxmlformats.org/drawingml/2006/main">
              <a:ext uri="{FF2B5EF4-FFF2-40B4-BE49-F238E27FC236}">
                <a16:creationId xmlns:a16="http://schemas.microsoft.com/office/drawing/2014/main" id="{294220A8-3337-4AB2-AA6D-91E225E6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71500" y="1476375"/>
          <a:ext xmlns:a="http://schemas.openxmlformats.org/drawingml/2006/main" cx="8001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4000500"/>
              </a:tblGrid>
              <a:tr h="1174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기저율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오류 비용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1174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45.4%에서 다수범주 예측의 정확도를 직접 계산한다.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어떤 오류가 누구에게 더 비싼지 자료가 있는지 찾는다.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74750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모델 지표가 기준선을 넘는지 판정할 수 있는가?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575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임계값·정책을 확정할 수 있는가?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screen-boundary">
            <a:extLst xmlns:a="http://schemas.openxmlformats.org/drawingml/2006/main">
              <a:ext uri="{FF2B5EF4-FFF2-40B4-BE49-F238E27FC236}">
                <a16:creationId xmlns:a16="http://schemas.microsoft.com/office/drawing/2014/main" id="{131E29D3-53B2-47A9-B747-131BDF42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340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화면에는 계산 답과 최종 판정을 띄우지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43">
            <a:extLst xmlns:a="http://schemas.openxmlformats.org/drawingml/2006/main">
              <a:ext uri="{FF2B5EF4-FFF2-40B4-BE49-F238E27FC236}">
                <a16:creationId xmlns:a16="http://schemas.microsoft.com/office/drawing/2014/main" id="{7DB51F87-4627-45FE-82C7-23184524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60C30"/>
                </a:solidFill>
                <a:latin typeface="Helvetica Neue"/>
                <a:ea typeface="Helvetica Neue"/>
                <a:cs typeface="Helvetica Neue"/>
              </a:rPr>
              <a:t>2.4 · DEBRIEF · ABOUT 15 MIN</a:t>
            </a:r>
          </a:p>
        </p:txBody>
      </p:sp>
      <p:sp>
        <p:nvSpPr>
          <p:cNvPr id="2" name="title-43">
            <a:extLst xmlns:a="http://schemas.openxmlformats.org/drawingml/2006/main">
              <a:ext uri="{FF2B5EF4-FFF2-40B4-BE49-F238E27FC236}">
                <a16:creationId xmlns:a16="http://schemas.microsoft.com/office/drawing/2014/main" id="{189BF7E3-7956-426B-B705-72393725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03478"/>
                </a:solidFill>
                <a:latin typeface="Apple SD Gothic Neo"/>
                <a:ea typeface="Apple SD Gothic Neo"/>
                <a:cs typeface="Apple SD Gothic Neo"/>
              </a:rPr>
              <a:t>판정 회수와 정책 결정</a:t>
            </a:r>
          </a:p>
        </p:txBody>
      </p:sp>
      <p:sp>
        <p:nvSpPr>
          <p:cNvPr id="3" name="number-43">
            <a:extLst xmlns:a="http://schemas.openxmlformats.org/drawingml/2006/main">
              <a:ext uri="{FF2B5EF4-FFF2-40B4-BE49-F238E27FC236}">
                <a16:creationId xmlns:a16="http://schemas.microsoft.com/office/drawing/2014/main" id="{BE9FD659-36D8-4164-9B7B-68263811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19125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B6573"/>
                </a:solidFill>
                <a:latin typeface="Helvetica Neue"/>
                <a:ea typeface="Helvetica Neue"/>
                <a:cs typeface="Helvetica Neue"/>
              </a:rPr>
              <a:t>43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333375" y="1095375"/>
          <a:ext xmlns:a="http://schemas.openxmlformats.org/drawingml/2006/main" cx="847725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6572250"/>
              </a:tblGrid>
              <a:tr h="9239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검증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학생 발견 뒤 첫 회수</a:t>
                      </a:r>
                    </a:p>
                  </a:txBody>
                  <a:tcPr marL="91440" marR="91440" marT="45720" marB="45720" anchor="ctr">
                    <a:solidFill>
                      <a:srgbClr val="003478"/>
                    </a:solidFill>
                  </a:tcPr>
                </a:tc>
              </a:tr>
              <a:tr h="9239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목표 누출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슈퍼호스트는 높은 평점 등에 따라 붙은 결과 라벨이다. 예측에는 유용할 수 있으나 당길 레버는 아니다.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오즈비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편의시설의 11배는 0→1 전 구간의 오즈비이며 확률 11배가 아니다.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9239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기저율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성공 45.4%이면 모두 실패로 예측해도 54.6%(약 55%)다. 성과지표가 없어 기준선 초과 여부를 모른다.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 lIns="38100" tIns="28575" rIns="38100" bIns="28575">
                      <a:normAutofit/>
                    </a:bodyPr>
                    <a:lstStyle/>
                    <a:p>
                      <a:pPr algn="ctr"/>
                      <a:r>
                        <a:rPr sz="1313">
                          <a:solidFill>
                            <a:srgbClr val="262626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오류 비용 자료가 없으므로 임계값·정책을 확정할 수 없다.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5" name="close">
            <a:extLst xmlns:a="http://schemas.openxmlformats.org/drawingml/2006/main">
              <a:ext uri="{FF2B5EF4-FFF2-40B4-BE49-F238E27FC236}">
                <a16:creationId xmlns:a16="http://schemas.microsoft.com/office/drawing/2014/main" id="{036FFA22-9D91-45A5-993F-60C09B7E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C60C30"/>
                </a:solidFill>
                <a:latin typeface="Apple SD Gothic Neo"/>
                <a:ea typeface="Apple SD Gothic Neo"/>
                <a:cs typeface="Apple SD Gothic Neo"/>
              </a:rPr>
              <a:t>예측하는 변수가 곧 당길 레버는 아니다.</a:t>
            </a:r>
          </a:p>
        </p:txBody>
      </p:sp>
    </p:spTree>
    <p:extLst>
      <p:ext uri="{BB962C8B-B14F-4D97-AF65-F5344CB8AC3E}">
        <p14:creationId xmlns:p14="http://schemas.microsoft.com/office/powerpoint/2010/main" val="1817309648"/>
      </p:ext>
    </p:extLst>
  </p:cSld>
</p:sld>
</file>

<file path=ppt/theme/theme1.xml><?xml version="1.0" encoding="utf-8"?>
<a:theme xmlns:a="http://schemas.openxmlformats.org/drawingml/2006/main" name="Theme1">
  <a:themeElements>
    <a:clrScheme name="NTU Corp Colors (Deep Red)">
      <a:dk1>
        <a:srgbClr val="262626"/>
      </a:dk1>
      <a:lt1>
        <a:sysClr val="window" lastClr="FFFFFF"/>
      </a:lt1>
      <a:dk2>
        <a:srgbClr val="1F497D"/>
      </a:dk2>
      <a:lt2>
        <a:srgbClr val="C7C7C7"/>
      </a:lt2>
      <a:accent1>
        <a:srgbClr val="C60C30"/>
      </a:accent1>
      <a:accent2>
        <a:srgbClr val="003478"/>
      </a:accent2>
      <a:accent3>
        <a:srgbClr val="C49000"/>
      </a:accent3>
      <a:accent4>
        <a:srgbClr val="7A071E"/>
      </a:accent4>
      <a:accent5>
        <a:srgbClr val="0055C4"/>
      </a:accent5>
      <a:accent6>
        <a:srgbClr val="786C00"/>
      </a:accent6>
      <a:hlink>
        <a:srgbClr val="FFFF00"/>
      </a:hlink>
      <a:folHlink>
        <a:srgbClr val="002060"/>
      </a:folHlink>
    </a:clrScheme>
    <a:fontScheme name="Blank Presentation">
      <a:majorFont>
        <a:latin typeface="Helvetica Neue"/>
        <a:ea typeface="ＭＳ Ｐゴシック"/>
        <a:cs typeface=""/>
      </a:majorFont>
      <a:minorFont>
        <a:latin typeface="Helvetica Neue Light"/>
        <a:ea typeface="ＭＳ Ｐゴシック"/>
        <a:cs typeface=""/>
      </a:minorFont>
    </a:fontScheme>
    <a:fmtScheme name="NTU Corp Colors (Deep Red)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2026-09-11T09:11:19.5730000Z</dcterms:created>
  <dcterms:modified xsi:type="dcterms:W3CDTF">2026-09-11T09:11:19.5730000Z</dcterms:modified>
</coreProperties>
</file>